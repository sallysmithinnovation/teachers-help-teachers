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1" r:id="rId4"/>
    <p:sldId id="258" r:id="rId5"/>
    <p:sldId id="262" r:id="rId6"/>
    <p:sldId id="259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B398CA-E0E1-44BE-888D-BC55BEF85F48}" v="317" dt="2026-10-17T15:23:25.5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84" y="3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779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Silent sequence</a:t>
            </a:r>
            <a:r>
              <a:t>. </a:t>
            </a:r>
            <a:r>
              <a:rPr lang="en-US"/>
              <a:t>Automatic advance enabled</a:t>
            </a:r>
            <a:r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Silent sequence</a:t>
            </a:r>
            <a:r>
              <a:t>. </a:t>
            </a:r>
            <a:r>
              <a:rPr lang="en-US"/>
              <a:t>Automatic advance enabled</a:t>
            </a:r>
            <a:r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Silent sequence. Automatic advance enabled. </a:t>
            </a:r>
          </a:p>
          <a:p>
            <a:r>
              <a:t>[Sources]</a:t>
            </a:r>
          </a:p>
          <a:p>
            <a:r>
              <a:t>AI-generated conceptual illustration. Not a photograph of real people or a real school.</a:t>
            </a:r>
          </a:p>
          <a:p>
            <a:r>
              <a:t>[/Sources]</a:t>
            </a:r>
          </a:p>
          <a:p>
            <a:r>
              <a:rPr lang="en-US"/>
              <a:t>AI-assisted continuity edit of the existing conceptual illustration.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Silent sequence</a:t>
            </a:r>
            <a:r>
              <a:t>. </a:t>
            </a:r>
            <a:r>
              <a:rPr lang="en-US"/>
              <a:t>Automatic advance enabled</a:t>
            </a:r>
            <a:r>
              <a:t>. </a:t>
            </a:r>
          </a:p>
          <a:p>
            <a:r>
              <a:rPr lang="en-US"/>
              <a:t>[Sources]</a:t>
            </a:r>
            <a:endParaRPr/>
          </a:p>
          <a:p>
            <a:r>
              <a:t>AI-generated conceptual </a:t>
            </a:r>
            <a:r>
              <a:rPr lang="en-US"/>
              <a:t>illustration. Not a photograph </a:t>
            </a:r>
            <a:r>
              <a:t>of </a:t>
            </a:r>
            <a:r>
              <a:rPr lang="en-US"/>
              <a:t>real people </a:t>
            </a:r>
            <a:r>
              <a:t>or </a:t>
            </a:r>
            <a:r>
              <a:rPr lang="en-US"/>
              <a:t>a real school</a:t>
            </a:r>
            <a:r>
              <a:t>.</a:t>
            </a:r>
            <a:endParaRPr lang="en-US"/>
          </a:p>
          <a:p>
            <a:r>
              <a:rPr lang="en-US"/>
              <a:t>[/Sources]</a:t>
            </a:r>
          </a:p>
          <a:p>
            <a:r>
              <a:rPr lang="en-US"/>
              <a:t>[Sources]</a:t>
            </a:r>
          </a:p>
          <a:p>
            <a:r>
              <a:rPr lang="en-US"/>
              <a:t>AI-generated conceptual hand-drawn illustration. Not a depiction of actual people or a real school.</a:t>
            </a:r>
          </a:p>
          <a:p>
            <a:r>
              <a:rPr lang="en-US"/>
              <a:t>[/Sources]</a:t>
            </a:r>
          </a:p>
          <a:p>
            <a:r>
              <a:rPr lang="en-US"/>
              <a:t>AI-assisted continuity edit of the existing conceptual illustration.</a:t>
            </a:r>
          </a:p>
          <a:p>
            <a:r>
              <a:rPr lang="en-US"/>
              <a:t>Reporting, documentation and accountability may be legitimate. That does not mean every burden belongs with schools.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Silent sequence. Automatic advance enabled. </a:t>
            </a:r>
          </a:p>
          <a:p>
            <a:r>
              <a:t>[Sources]</a:t>
            </a:r>
          </a:p>
          <a:p>
            <a:r>
              <a:t>AI-generated conceptual illustration. Not a photograph of real people or a real school.</a:t>
            </a:r>
          </a:p>
          <a:p>
            <a:r>
              <a:t>[/Sources]</a:t>
            </a:r>
          </a:p>
          <a:p>
            <a:r>
              <a:rPr lang="en-US"/>
              <a:t>[Sources]</a:t>
            </a:r>
          </a:p>
          <a:p>
            <a:r>
              <a:rPr lang="en-US"/>
              <a:t>AI-generated conceptual hand-drawn illustration. Not a depiction of actual people or a real school.</a:t>
            </a:r>
          </a:p>
          <a:p>
            <a:r>
              <a:rPr lang="en-US"/>
              <a:t>[/Sources]</a:t>
            </a:r>
          </a:p>
          <a:p>
            <a:r>
              <a:rPr lang="en-US"/>
              <a:t>AI-assisted continuity edit of the existing conceptual illustration.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Silent sequence</a:t>
            </a:r>
            <a:r>
              <a:t>. </a:t>
            </a:r>
            <a:r>
              <a:rPr lang="en-US"/>
              <a:t>Automatic advance enabled</a:t>
            </a:r>
            <a:r>
              <a:t>. </a:t>
            </a:r>
          </a:p>
          <a:p>
            <a:r>
              <a:rPr lang="en-US"/>
              <a:t>[Sources]</a:t>
            </a:r>
            <a:endParaRPr/>
          </a:p>
          <a:p>
            <a:r>
              <a:t>AI-generated conceptual </a:t>
            </a:r>
            <a:r>
              <a:rPr lang="en-US"/>
              <a:t>illustration. Not a photograph </a:t>
            </a:r>
            <a:r>
              <a:t>of </a:t>
            </a:r>
            <a:r>
              <a:rPr lang="en-US"/>
              <a:t>real people </a:t>
            </a:r>
            <a:r>
              <a:t>or </a:t>
            </a:r>
            <a:r>
              <a:rPr lang="en-US"/>
              <a:t>a real school</a:t>
            </a:r>
            <a:r>
              <a:t>.</a:t>
            </a:r>
            <a:endParaRPr lang="en-US"/>
          </a:p>
          <a:p>
            <a:r>
              <a:rPr lang="en-US"/>
              <a:t>[/Sources]</a:t>
            </a:r>
          </a:p>
          <a:p>
            <a:r>
              <a:rPr lang="en-US"/>
              <a:t>[Sources]</a:t>
            </a:r>
          </a:p>
          <a:p>
            <a:r>
              <a:rPr lang="en-US"/>
              <a:t>AI-generated conceptual hand-drawn illustration. Not a depiction of actual people or a real school.</a:t>
            </a:r>
          </a:p>
          <a:p>
            <a:r>
              <a:rPr lang="en-US"/>
              <a:t>[/Sources]</a:t>
            </a:r>
          </a:p>
          <a:p>
            <a:r>
              <a:rPr lang="en-US"/>
              <a:t>AI-assisted continuity edit of the existing conceptual illustration.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Silent sequence. Automatic advance enabled. </a:t>
            </a:r>
          </a:p>
          <a:p>
            <a:r>
              <a:t>[Sources]</a:t>
            </a:r>
          </a:p>
          <a:p>
            <a:r>
              <a:t>AI-generated conceptual illustration. Not a photograph of real people or a real school.</a:t>
            </a:r>
          </a:p>
          <a:p>
            <a:r>
              <a:t>[/Sources]</a:t>
            </a:r>
          </a:p>
          <a:p>
            <a:r>
              <a:t>Leadership’s responsibility is to shape the conditions in which teachers and students can flourish. Buildings, resources, systems and technology support the human purpose of education.</a:t>
            </a:r>
          </a:p>
          <a:p>
            <a:r>
              <a:rPr lang="en-US"/>
              <a:t>[Sources]</a:t>
            </a:r>
          </a:p>
          <a:p>
            <a:r>
              <a:rPr lang="en-US"/>
              <a:t>AI-generated conceptual hand-drawn illustration. Not a depiction of actual people or a real school.</a:t>
            </a:r>
          </a:p>
          <a:p>
            <a:r>
              <a:rPr lang="en-US"/>
              <a:t>[/Sources]</a:t>
            </a:r>
          </a:p>
          <a:p>
            <a:r>
              <a:rPr lang="en-US"/>
              <a:t>AI-assisted colour edit of existing conceptual illustration; line-art composition preserved.</a:t>
            </a:r>
          </a:p>
          <a:p>
            <a:r>
              <a:rPr lang="en-US"/>
              <a:t>Our success is judged on the humans we help to develop. Buildings, resources, systems and technology remain meaningful supports for human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Interactive recap for live PowerPoint use. Four clicks reveal: burden, leadership responsibility, human purpose, and a reflective question. Slides 1–7 form the silent-video sequence. Export only slides 1–7 for LinkedIn. This summary intentionally reuses the final scene from the same story. AI-generated conceptual illustration.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eadline">
            <a:extLst>
              <a:ext uri="{FF2B5EF4-FFF2-40B4-BE49-F238E27FC236}">
                <a16:creationId xmlns:a16="http://schemas.microsoft.com/office/drawing/2014/main" id="{21CAA103-FFCA-4C27-B524-EF14B9E55212}"/>
              </a:ext>
            </a:extLst>
          </p:cNvPr>
          <p:cNvSpPr>
            <a:spLocks noGrp="1"/>
          </p:cNvSpPr>
          <p:nvPr/>
        </p:nvSpPr>
        <p:spPr>
          <a:xfrm>
            <a:off x="457200" y="109728"/>
            <a:ext cx="11274552" cy="8778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6EBDD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700" b="1">
                <a:solidFill>
                  <a:srgbClr val="F6EBDD"/>
                </a:solidFill>
                <a:latin typeface="DejaVu Sans"/>
              </a:rPr>
              <a:t>What if the way we lead is making it harder</a:t>
            </a:r>
            <a:br>
              <a:rPr lang="en-US"/>
            </a:br>
            <a:r>
              <a:rPr lang="en-US" sz="2700" b="1">
                <a:solidFill>
                  <a:srgbClr val="F6EBDD"/>
                </a:solidFill>
                <a:latin typeface="DejaVu Sans"/>
              </a:rPr>
              <a:t>to do the work that matters?</a:t>
            </a:r>
          </a:p>
        </p:txBody>
      </p:sp>
      <p:sp>
        <p:nvSpPr>
          <p:cNvPr id="3" name="system-0">
            <a:extLst>
              <a:ext uri="{FF2B5EF4-FFF2-40B4-BE49-F238E27FC236}">
                <a16:creationId xmlns:a16="http://schemas.microsoft.com/office/drawing/2014/main" id="{AEC52652-2FD8-485A-87E5-A20213002084}"/>
              </a:ext>
            </a:extLst>
          </p:cNvPr>
          <p:cNvSpPr>
            <a:spLocks noGrp="1"/>
          </p:cNvSpPr>
          <p:nvPr/>
        </p:nvSpPr>
        <p:spPr>
          <a:xfrm rot="20760000">
            <a:off x="714375" y="1304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7200" b="1">
                <a:solidFill>
                  <a:srgbClr val="FFB650"/>
                </a:solidFill>
                <a:latin typeface="DejaVu Sans"/>
                <a:ea typeface="DejaVu Sans"/>
                <a:cs typeface="DejaVu Sans"/>
              </a:defRPr>
            </a:pPr>
            <a:r>
              <a:rPr lang="en-CA" sz="8400" b="1">
                <a:solidFill>
                  <a:srgbClr val="FFB650"/>
                </a:solidFill>
                <a:latin typeface="DejaVu Sans"/>
                <a:ea typeface="DejaVu Sans"/>
                <a:cs typeface="DejaVu Sans"/>
              </a:rPr>
              <a:t>IPPs</a:t>
            </a:r>
          </a:p>
        </p:txBody>
      </p:sp>
      <p:sp>
        <p:nvSpPr>
          <p:cNvPr id="4" name="system-1">
            <a:extLst>
              <a:ext uri="{FF2B5EF4-FFF2-40B4-BE49-F238E27FC236}">
                <a16:creationId xmlns:a16="http://schemas.microsoft.com/office/drawing/2014/main" id="{778C51A8-D081-490C-90A4-DB3CDC016146}"/>
              </a:ext>
            </a:extLst>
          </p:cNvPr>
          <p:cNvSpPr>
            <a:spLocks noGrp="1"/>
          </p:cNvSpPr>
          <p:nvPr/>
        </p:nvSpPr>
        <p:spPr>
          <a:xfrm rot="480000">
            <a:off x="3619500" y="1590675"/>
            <a:ext cx="7810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800" b="1">
                <a:solidFill>
                  <a:srgbClr val="EA7CB9"/>
                </a:solidFill>
                <a:latin typeface="DejaVu Sans"/>
                <a:ea typeface="DejaVu Sans"/>
                <a:cs typeface="DejaVu Sans"/>
              </a:defRPr>
            </a:pPr>
            <a:r>
              <a:rPr lang="en-CA" sz="5850" b="1">
                <a:solidFill>
                  <a:srgbClr val="EA7CB9"/>
                </a:solidFill>
                <a:latin typeface="DejaVu Sans"/>
                <a:ea typeface="DejaVu Sans"/>
                <a:cs typeface="DejaVu Sans"/>
              </a:rPr>
              <a:t>REPORT CARDS</a:t>
            </a:r>
          </a:p>
        </p:txBody>
      </p:sp>
      <p:sp>
        <p:nvSpPr>
          <p:cNvPr id="5" name="system-2">
            <a:extLst>
              <a:ext uri="{FF2B5EF4-FFF2-40B4-BE49-F238E27FC236}">
                <a16:creationId xmlns:a16="http://schemas.microsoft.com/office/drawing/2014/main" id="{BA43E3A3-EBB3-4DA1-88E9-71323D4DD88D}"/>
              </a:ext>
            </a:extLst>
          </p:cNvPr>
          <p:cNvSpPr>
            <a:spLocks noGrp="1"/>
          </p:cNvSpPr>
          <p:nvPr/>
        </p:nvSpPr>
        <p:spPr>
          <a:xfrm rot="20880000">
            <a:off x="533400" y="2905125"/>
            <a:ext cx="4667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450" b="1">
                <a:solidFill>
                  <a:srgbClr val="83CBE2"/>
                </a:solidFill>
                <a:latin typeface="DejaVu Sans"/>
                <a:ea typeface="DejaVu Sans"/>
                <a:cs typeface="DejaVu Sans"/>
              </a:defRPr>
            </a:pPr>
            <a:r>
              <a:rPr lang="en-CA" sz="3600" b="1">
                <a:solidFill>
                  <a:srgbClr val="83CBE2"/>
                </a:solidFill>
                <a:latin typeface="DejaVu Sans"/>
                <a:ea typeface="DejaVu Sans"/>
                <a:cs typeface="DejaVu Sans"/>
              </a:rPr>
              <a:t>PARENT</a:t>
            </a:r>
          </a:p>
          <a:p>
            <a:pPr algn="ctr">
              <a:defRPr sz="3450" b="1">
                <a:solidFill>
                  <a:srgbClr val="83CBE2"/>
                </a:solidFill>
                <a:latin typeface="DejaVu Sans"/>
                <a:ea typeface="DejaVu Sans"/>
                <a:cs typeface="DejaVu Sans"/>
              </a:defRPr>
            </a:pPr>
            <a:r>
              <a:rPr lang="en-CA" sz="3600" b="1">
                <a:solidFill>
                  <a:srgbClr val="83CBE2"/>
                </a:solidFill>
                <a:latin typeface="DejaVu Sans"/>
                <a:ea typeface="DejaVu Sans"/>
                <a:cs typeface="DejaVu Sans"/>
              </a:rPr>
              <a:t>COMMUNICATION</a:t>
            </a:r>
          </a:p>
        </p:txBody>
      </p:sp>
      <p:sp>
        <p:nvSpPr>
          <p:cNvPr id="6" name="system-3">
            <a:extLst>
              <a:ext uri="{FF2B5EF4-FFF2-40B4-BE49-F238E27FC236}">
                <a16:creationId xmlns:a16="http://schemas.microsoft.com/office/drawing/2014/main" id="{A85B9DAE-7D71-46F7-855C-B2CC11DDCECD}"/>
              </a:ext>
            </a:extLst>
          </p:cNvPr>
          <p:cNvSpPr>
            <a:spLocks noGrp="1"/>
          </p:cNvSpPr>
          <p:nvPr/>
        </p:nvSpPr>
        <p:spPr>
          <a:xfrm rot="21060000">
            <a:off x="6905625" y="2962275"/>
            <a:ext cx="4191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5250" b="1">
                <a:solidFill>
                  <a:srgbClr val="B4CB66"/>
                </a:solidFill>
                <a:latin typeface="DejaVu Sans"/>
                <a:ea typeface="DejaVu Sans"/>
                <a:cs typeface="DejaVu Sans"/>
              </a:defRPr>
            </a:pPr>
            <a:r>
              <a:rPr lang="en-CA" sz="6600" b="1">
                <a:solidFill>
                  <a:srgbClr val="B4CB66"/>
                </a:solidFill>
                <a:latin typeface="DejaVu Sans"/>
                <a:ea typeface="DejaVu Sans"/>
                <a:cs typeface="DejaVu Sans"/>
              </a:rPr>
              <a:t>FORMS</a:t>
            </a:r>
          </a:p>
        </p:txBody>
      </p:sp>
      <p:sp>
        <p:nvSpPr>
          <p:cNvPr id="7" name="system-4">
            <a:extLst>
              <a:ext uri="{FF2B5EF4-FFF2-40B4-BE49-F238E27FC236}">
                <a16:creationId xmlns:a16="http://schemas.microsoft.com/office/drawing/2014/main" id="{42B28AE3-37B0-4285-A703-EE342C5C4CF9}"/>
              </a:ext>
            </a:extLst>
          </p:cNvPr>
          <p:cNvSpPr>
            <a:spLocks noGrp="1"/>
          </p:cNvSpPr>
          <p:nvPr/>
        </p:nvSpPr>
        <p:spPr>
          <a:xfrm rot="540000">
            <a:off x="714375" y="4591050"/>
            <a:ext cx="4476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950" b="1">
                <a:solidFill>
                  <a:srgbClr val="EF8C64"/>
                </a:solidFill>
                <a:latin typeface="DejaVu Sans"/>
                <a:ea typeface="DejaVu Sans"/>
                <a:cs typeface="DejaVu Sans"/>
              </a:defRPr>
            </a:pPr>
            <a:r>
              <a:rPr lang="en-CA" sz="5250" b="1">
                <a:solidFill>
                  <a:srgbClr val="EF8C64"/>
                </a:solidFill>
                <a:latin typeface="DejaVu Sans"/>
                <a:ea typeface="DejaVu Sans"/>
                <a:cs typeface="DejaVu Sans"/>
              </a:rPr>
              <a:t>DATA ENTRY</a:t>
            </a:r>
          </a:p>
        </p:txBody>
      </p:sp>
      <p:sp>
        <p:nvSpPr>
          <p:cNvPr id="8" name="system-5">
            <a:extLst>
              <a:ext uri="{FF2B5EF4-FFF2-40B4-BE49-F238E27FC236}">
                <a16:creationId xmlns:a16="http://schemas.microsoft.com/office/drawing/2014/main" id="{DE916037-DF91-49E8-99A1-8857890774FA}"/>
              </a:ext>
            </a:extLst>
          </p:cNvPr>
          <p:cNvSpPr>
            <a:spLocks noGrp="1"/>
          </p:cNvSpPr>
          <p:nvPr/>
        </p:nvSpPr>
        <p:spPr>
          <a:xfrm rot="1020000">
            <a:off x="7743825" y="4324350"/>
            <a:ext cx="3619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5175" b="1">
                <a:solidFill>
                  <a:srgbClr val="B6A1E8"/>
                </a:solidFill>
                <a:latin typeface="DejaVu Sans"/>
                <a:ea typeface="DejaVu Sans"/>
                <a:cs typeface="DejaVu Sans"/>
              </a:defRPr>
            </a:pPr>
            <a:r>
              <a:rPr lang="en-CA" sz="5700" b="1">
                <a:solidFill>
                  <a:srgbClr val="B6A1E8"/>
                </a:solidFill>
                <a:latin typeface="DejaVu Sans"/>
                <a:ea typeface="DejaVu Sans"/>
                <a:cs typeface="DejaVu Sans"/>
              </a:rPr>
              <a:t>CODING</a:t>
            </a:r>
          </a:p>
        </p:txBody>
      </p:sp>
      <p:sp>
        <p:nvSpPr>
          <p:cNvPr id="9" name="system-6">
            <a:extLst>
              <a:ext uri="{FF2B5EF4-FFF2-40B4-BE49-F238E27FC236}">
                <a16:creationId xmlns:a16="http://schemas.microsoft.com/office/drawing/2014/main" id="{456A8FD6-802C-4C17-914B-7A073B9AD8C8}"/>
              </a:ext>
            </a:extLst>
          </p:cNvPr>
          <p:cNvSpPr>
            <a:spLocks noGrp="1"/>
          </p:cNvSpPr>
          <p:nvPr/>
        </p:nvSpPr>
        <p:spPr>
          <a:xfrm rot="21300000">
            <a:off x="2057400" y="5381625"/>
            <a:ext cx="73342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525" b="1">
                <a:solidFill>
                  <a:srgbClr val="5CC7B1"/>
                </a:solidFill>
                <a:latin typeface="DejaVu Sans"/>
                <a:ea typeface="DejaVu Sans"/>
                <a:cs typeface="DejaVu Sans"/>
              </a:defRPr>
            </a:pPr>
            <a:r>
              <a:rPr lang="en-CA" sz="4575" b="1">
                <a:solidFill>
                  <a:srgbClr val="5CC7B1"/>
                </a:solidFill>
                <a:latin typeface="DejaVu Sans"/>
                <a:ea typeface="DejaVu Sans"/>
                <a:cs typeface="DejaVu Sans"/>
              </a:rPr>
              <a:t>DOCUMENTATION</a:t>
            </a:r>
          </a:p>
        </p:txBody>
      </p:sp>
      <p:sp>
        <p:nvSpPr>
          <p:cNvPr id="10" name="system-7">
            <a:extLst>
              <a:ext uri="{FF2B5EF4-FFF2-40B4-BE49-F238E27FC236}">
                <a16:creationId xmlns:a16="http://schemas.microsoft.com/office/drawing/2014/main" id="{022605BA-FB70-45F4-ABE6-3E84986BDB99}"/>
              </a:ext>
            </a:extLst>
          </p:cNvPr>
          <p:cNvSpPr>
            <a:spLocks noGrp="1"/>
          </p:cNvSpPr>
          <p:nvPr/>
        </p:nvSpPr>
        <p:spPr>
          <a:xfrm rot="20880000">
            <a:off x="5829300" y="4543425"/>
            <a:ext cx="4572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525" b="1">
                <a:solidFill>
                  <a:srgbClr val="F1D374"/>
                </a:solidFill>
                <a:latin typeface="DejaVu Sans"/>
                <a:ea typeface="DejaVu Sans"/>
                <a:cs typeface="DejaVu Sans"/>
              </a:defRPr>
            </a:pPr>
            <a:r>
              <a:rPr lang="en-CA" sz="3900" b="1">
                <a:solidFill>
                  <a:srgbClr val="F1D374"/>
                </a:solidFill>
                <a:latin typeface="DejaVu Sans"/>
                <a:ea typeface="DejaVu Sans"/>
                <a:cs typeface="DejaVu Sans"/>
              </a:rPr>
              <a:t>DEADLINES</a:t>
            </a:r>
          </a:p>
        </p:txBody>
      </p:sp>
      <p:sp>
        <p:nvSpPr>
          <p:cNvPr id="12" name="closing-line">
            <a:extLst>
              <a:ext uri="{FF2B5EF4-FFF2-40B4-BE49-F238E27FC236}">
                <a16:creationId xmlns:a16="http://schemas.microsoft.com/office/drawing/2014/main" id="{7C154B91-B1DD-4E17-9580-EAEB0CA630AE}"/>
              </a:ext>
            </a:extLst>
          </p:cNvPr>
          <p:cNvSpPr>
            <a:spLocks noGrp="1"/>
          </p:cNvSpPr>
          <p:nvPr/>
        </p:nvSpPr>
        <p:spPr>
          <a:xfrm>
            <a:off x="457200" y="6318504"/>
            <a:ext cx="11274552" cy="3200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BBC2BE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00" b="1" dirty="0">
                <a:solidFill>
                  <a:srgbClr val="BBC2BE"/>
                </a:solidFill>
                <a:latin typeface="DejaVu Sans"/>
              </a:rPr>
              <a:t>When the processes fill the space, people become harder to see.</a:t>
            </a:r>
          </a:p>
        </p:txBody>
      </p:sp>
      <p:sp>
        <p:nvSpPr>
          <p:cNvPr id="14" name="process-detail-UPDATE"/>
          <p:cNvSpPr txBox="1"/>
          <p:nvPr/>
        </p:nvSpPr>
        <p:spPr>
          <a:xfrm rot="21060000">
            <a:off x="3667125" y="1162050"/>
            <a:ext cx="200025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50" b="1">
                <a:solidFill>
                  <a:srgbClr val="C793CB"/>
                </a:solidFill>
              </a:rPr>
              <a:t>UPDATE</a:t>
            </a:r>
          </a:p>
        </p:txBody>
      </p:sp>
      <p:sp>
        <p:nvSpPr>
          <p:cNvPr id="15" name="process-detail-SUBMIT"/>
          <p:cNvSpPr txBox="1"/>
          <p:nvPr/>
        </p:nvSpPr>
        <p:spPr>
          <a:xfrm rot="1140000">
            <a:off x="10096500" y="2428875"/>
            <a:ext cx="1619250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75" b="1">
                <a:solidFill>
                  <a:srgbClr val="C793CB"/>
                </a:solidFill>
              </a:rPr>
              <a:t>SUBMIT</a:t>
            </a:r>
          </a:p>
        </p:txBody>
      </p:sp>
      <p:sp>
        <p:nvSpPr>
          <p:cNvPr id="16" name="process-detail-TRACK"/>
          <p:cNvSpPr txBox="1"/>
          <p:nvPr/>
        </p:nvSpPr>
        <p:spPr>
          <a:xfrm rot="21120000">
            <a:off x="2571750" y="4057650"/>
            <a:ext cx="20955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150" b="1">
                <a:solidFill>
                  <a:srgbClr val="C793CB"/>
                </a:solidFill>
              </a:rPr>
              <a:t>TRACK</a:t>
            </a:r>
          </a:p>
        </p:txBody>
      </p:sp>
      <p:sp>
        <p:nvSpPr>
          <p:cNvPr id="17" name="process-detail-APPROVE"/>
          <p:cNvSpPr txBox="1"/>
          <p:nvPr/>
        </p:nvSpPr>
        <p:spPr>
          <a:xfrm rot="720000">
            <a:off x="762000" y="2238375"/>
            <a:ext cx="2190750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C793CB"/>
                </a:solidFill>
              </a:rPr>
              <a:t>APPROVE</a:t>
            </a:r>
          </a:p>
        </p:txBody>
      </p:sp>
      <p:sp>
        <p:nvSpPr>
          <p:cNvPr id="18" name="process-detail-VERIFY"/>
          <p:cNvSpPr txBox="1"/>
          <p:nvPr/>
        </p:nvSpPr>
        <p:spPr>
          <a:xfrm rot="21000000">
            <a:off x="5305425" y="2657475"/>
            <a:ext cx="1762125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50" b="1">
                <a:solidFill>
                  <a:srgbClr val="C793CB"/>
                </a:solidFill>
              </a:rPr>
              <a:t>VERIFY</a:t>
            </a:r>
          </a:p>
        </p:txBody>
      </p:sp>
      <p:sp>
        <p:nvSpPr>
          <p:cNvPr id="19" name="process-detail-RE-ENTER"/>
          <p:cNvSpPr txBox="1"/>
          <p:nvPr/>
        </p:nvSpPr>
        <p:spPr>
          <a:xfrm rot="360000">
            <a:off x="9191625" y="5715000"/>
            <a:ext cx="2476500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75" b="1">
                <a:solidFill>
                  <a:srgbClr val="C793CB"/>
                </a:solidFill>
              </a:rPr>
              <a:t>RE-ENTER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638800" y="3209925"/>
            <a:ext cx="914400" cy="914400"/>
          </a:xfrm>
          <a:prstGeom prst="ellipse">
            <a:avLst/>
          </a:prstGeom>
        </p:spPr>
      </p:pic>
      <p:sp>
        <p:nvSpPr>
          <p:cNvPr id="11" name="people-label">
            <a:extLst>
              <a:ext uri="{FF2B5EF4-FFF2-40B4-BE49-F238E27FC236}">
                <a16:creationId xmlns:a16="http://schemas.microsoft.com/office/drawing/2014/main" id="{AA39C048-E9AC-40C9-81A3-D7EFB46695DF}"/>
              </a:ext>
            </a:extLst>
          </p:cNvPr>
          <p:cNvSpPr>
            <a:spLocks noGrp="1"/>
          </p:cNvSpPr>
          <p:nvPr/>
        </p:nvSpPr>
        <p:spPr>
          <a:xfrm>
            <a:off x="5143500" y="4162425"/>
            <a:ext cx="1905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F6EBD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6EBDD"/>
                </a:solidFill>
                <a:latin typeface="DejaVu Sans"/>
                <a:ea typeface="DejaVu Sans"/>
                <a:cs typeface="DejaVu Sans"/>
              </a:rPr>
              <a:t>STUDENT    TEACHER</a:t>
            </a:r>
          </a:p>
        </p:txBody>
      </p:sp>
      <p:sp>
        <p:nvSpPr>
          <p:cNvPr id="20" name="system-assessment"/>
          <p:cNvSpPr txBox="1"/>
          <p:nvPr/>
        </p:nvSpPr>
        <p:spPr>
          <a:xfrm rot="21360000">
            <a:off x="164592" y="5806440"/>
            <a:ext cx="27432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C793CB"/>
                </a:solidFill>
              </a:rPr>
              <a:t>ASSESSMENT</a:t>
            </a:r>
          </a:p>
        </p:txBody>
      </p:sp>
      <p:sp>
        <p:nvSpPr>
          <p:cNvPr id="21" name="system-education-plan"/>
          <p:cNvSpPr txBox="1"/>
          <p:nvPr/>
        </p:nvSpPr>
        <p:spPr>
          <a:xfrm rot="180000">
            <a:off x="7360920" y="3675887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C793CB"/>
                </a:solidFill>
              </a:rPr>
              <a:t>EDUCATION PLAN</a:t>
            </a:r>
          </a:p>
        </p:txBody>
      </p:sp>
      <p:sp>
        <p:nvSpPr>
          <p:cNvPr id="22" name="system-government-results"/>
          <p:cNvSpPr txBox="1"/>
          <p:nvPr/>
        </p:nvSpPr>
        <p:spPr>
          <a:xfrm rot="120000">
            <a:off x="6108192" y="100584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C793CB"/>
                </a:solidFill>
              </a:rPr>
              <a:t>GOVERNMENT RESULTS</a:t>
            </a:r>
          </a:p>
        </p:txBody>
      </p:sp>
    </p:spTree>
    <p:extLst>
      <p:ext uri="{BB962C8B-B14F-4D97-AF65-F5344CB8AC3E}">
        <p14:creationId xmlns:p14="http://schemas.microsoft.com/office/powerpoint/2010/main" val="41174915"/>
      </p:ext>
    </p:extLst>
  </p:cSld>
  <p:clrMapOvr>
    <a:masterClrMapping/>
  </p:clrMapOvr>
  <p:transition spd="slow" advTm="70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eadline">
            <a:extLst>
              <a:ext uri="{FF2B5EF4-FFF2-40B4-BE49-F238E27FC236}">
                <a16:creationId xmlns:a16="http://schemas.microsoft.com/office/drawing/2014/main" id="{C260DBDF-5779-4677-A2AB-8DA127FE3089}"/>
              </a:ext>
            </a:extLst>
          </p:cNvPr>
          <p:cNvSpPr>
            <a:spLocks noGrp="1"/>
          </p:cNvSpPr>
          <p:nvPr/>
        </p:nvSpPr>
        <p:spPr>
          <a:xfrm>
            <a:off x="457200" y="109728"/>
            <a:ext cx="11274552" cy="8778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6EBDD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700" b="1">
                <a:solidFill>
                  <a:srgbClr val="F6EBDD"/>
                </a:solidFill>
                <a:latin typeface="DejaVu Sans"/>
              </a:rPr>
              <a:t>IPPs, report cards, plans and processes</a:t>
            </a:r>
            <a:br>
              <a:rPr lang="en-US"/>
            </a:br>
            <a:r>
              <a:rPr lang="en-US" sz="2700" b="1">
                <a:solidFill>
                  <a:srgbClr val="F6EBDD"/>
                </a:solidFill>
                <a:latin typeface="DejaVu Sans"/>
              </a:rPr>
              <a:t>were created to support the work.</a:t>
            </a:r>
          </a:p>
        </p:txBody>
      </p:sp>
      <p:sp>
        <p:nvSpPr>
          <p:cNvPr id="3" name="system-0">
            <a:extLst>
              <a:ext uri="{FF2B5EF4-FFF2-40B4-BE49-F238E27FC236}">
                <a16:creationId xmlns:a16="http://schemas.microsoft.com/office/drawing/2014/main" id="{728C4129-A450-4F3B-ACA9-A79C95911846}"/>
              </a:ext>
            </a:extLst>
          </p:cNvPr>
          <p:cNvSpPr>
            <a:spLocks noGrp="1"/>
          </p:cNvSpPr>
          <p:nvPr/>
        </p:nvSpPr>
        <p:spPr>
          <a:xfrm rot="21012000">
            <a:off x="1014412" y="1313497"/>
            <a:ext cx="2600325" cy="9372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5751" b="1">
                <a:solidFill>
                  <a:srgbClr val="D9A363"/>
                </a:solidFill>
                <a:latin typeface="DejaVu Sans"/>
                <a:ea typeface="DejaVu Sans"/>
                <a:cs typeface="DejaVu Sans"/>
              </a:defRPr>
            </a:pPr>
            <a:r>
              <a:rPr lang="en-CA" sz="6442" b="1">
                <a:solidFill>
                  <a:srgbClr val="D9A363"/>
                </a:solidFill>
                <a:latin typeface="DejaVu Sans"/>
                <a:ea typeface="DejaVu Sans"/>
                <a:cs typeface="DejaVu Sans"/>
              </a:rPr>
              <a:t>IPPs</a:t>
            </a:r>
          </a:p>
        </p:txBody>
      </p:sp>
      <p:sp>
        <p:nvSpPr>
          <p:cNvPr id="4" name="system-1">
            <a:extLst>
              <a:ext uri="{FF2B5EF4-FFF2-40B4-BE49-F238E27FC236}">
                <a16:creationId xmlns:a16="http://schemas.microsoft.com/office/drawing/2014/main" id="{A4B862FA-33A5-4720-B408-458F35ED2007}"/>
              </a:ext>
            </a:extLst>
          </p:cNvPr>
          <p:cNvSpPr>
            <a:spLocks noGrp="1"/>
          </p:cNvSpPr>
          <p:nvPr/>
        </p:nvSpPr>
        <p:spPr>
          <a:xfrm rot="336000">
            <a:off x="5076825" y="1513522"/>
            <a:ext cx="6353175" cy="8039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023" b="1">
                <a:solidFill>
                  <a:srgbClr val="CB86AA"/>
                </a:solidFill>
                <a:latin typeface="DejaVu Sans"/>
                <a:ea typeface="DejaVu Sans"/>
                <a:cs typeface="DejaVu Sans"/>
              </a:defRPr>
            </a:pPr>
            <a:r>
              <a:rPr lang="en-CA" sz="4657" b="1">
                <a:solidFill>
                  <a:srgbClr val="CB86AA"/>
                </a:solidFill>
                <a:latin typeface="DejaVu Sans"/>
                <a:ea typeface="DejaVu Sans"/>
                <a:cs typeface="DejaVu Sans"/>
              </a:rPr>
              <a:t>REPORT CARDS</a:t>
            </a:r>
          </a:p>
        </p:txBody>
      </p:sp>
      <p:sp>
        <p:nvSpPr>
          <p:cNvPr id="5" name="system-2">
            <a:extLst>
              <a:ext uri="{FF2B5EF4-FFF2-40B4-BE49-F238E27FC236}">
                <a16:creationId xmlns:a16="http://schemas.microsoft.com/office/drawing/2014/main" id="{C0B77797-D36F-4405-B3D6-8075E9567803}"/>
              </a:ext>
            </a:extLst>
          </p:cNvPr>
          <p:cNvSpPr>
            <a:spLocks noGrp="1"/>
          </p:cNvSpPr>
          <p:nvPr/>
        </p:nvSpPr>
        <p:spPr>
          <a:xfrm rot="21096000">
            <a:off x="453390" y="2810827"/>
            <a:ext cx="4110037" cy="9639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009" b="1">
                <a:solidFill>
                  <a:srgbClr val="87B3C0"/>
                </a:solidFill>
                <a:latin typeface="DejaVu Sans"/>
                <a:ea typeface="DejaVu Sans"/>
                <a:cs typeface="DejaVu Sans"/>
              </a:defRPr>
            </a:pPr>
            <a:r>
              <a:rPr lang="en-CA" sz="3060" b="1">
                <a:solidFill>
                  <a:srgbClr val="87B3C0"/>
                </a:solidFill>
                <a:latin typeface="DejaVu Sans"/>
                <a:ea typeface="DejaVu Sans"/>
                <a:cs typeface="DejaVu Sans"/>
              </a:rPr>
              <a:t>PARENT</a:t>
            </a:r>
          </a:p>
          <a:p>
            <a:pPr algn="ctr">
              <a:defRPr sz="3009" b="1">
                <a:solidFill>
                  <a:srgbClr val="87B3C0"/>
                </a:solidFill>
                <a:latin typeface="DejaVu Sans"/>
                <a:ea typeface="DejaVu Sans"/>
                <a:cs typeface="DejaVu Sans"/>
              </a:defRPr>
            </a:pPr>
            <a:r>
              <a:rPr lang="en-CA" sz="3060" b="1">
                <a:solidFill>
                  <a:srgbClr val="87B3C0"/>
                </a:solidFill>
                <a:latin typeface="DejaVu Sans"/>
                <a:ea typeface="DejaVu Sans"/>
                <a:cs typeface="DejaVu Sans"/>
              </a:rPr>
              <a:t>COMMUNICATION</a:t>
            </a:r>
          </a:p>
        </p:txBody>
      </p:sp>
      <p:sp>
        <p:nvSpPr>
          <p:cNvPr id="6" name="system-3">
            <a:extLst>
              <a:ext uri="{FF2B5EF4-FFF2-40B4-BE49-F238E27FC236}">
                <a16:creationId xmlns:a16="http://schemas.microsoft.com/office/drawing/2014/main" id="{85D67EE9-DE34-4843-BF60-E874491FB5C4}"/>
              </a:ext>
            </a:extLst>
          </p:cNvPr>
          <p:cNvSpPr>
            <a:spLocks noGrp="1"/>
          </p:cNvSpPr>
          <p:nvPr/>
        </p:nvSpPr>
        <p:spPr>
          <a:xfrm rot="21222000">
            <a:off x="7631430" y="2882265"/>
            <a:ext cx="3648075" cy="8039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347" b="1">
                <a:solidFill>
                  <a:srgbClr val="AEB980"/>
                </a:solidFill>
                <a:latin typeface="DejaVu Sans"/>
                <a:ea typeface="DejaVu Sans"/>
                <a:cs typeface="DejaVu Sans"/>
              </a:defRPr>
            </a:pPr>
            <a:r>
              <a:rPr lang="en-CA" sz="5182" b="1">
                <a:solidFill>
                  <a:srgbClr val="AEB980"/>
                </a:solidFill>
                <a:latin typeface="DejaVu Sans"/>
                <a:ea typeface="DejaVu Sans"/>
                <a:cs typeface="DejaVu Sans"/>
              </a:rPr>
              <a:t>FORMS</a:t>
            </a:r>
          </a:p>
        </p:txBody>
      </p:sp>
      <p:sp>
        <p:nvSpPr>
          <p:cNvPr id="7" name="system-4">
            <a:extLst>
              <a:ext uri="{FF2B5EF4-FFF2-40B4-BE49-F238E27FC236}">
                <a16:creationId xmlns:a16="http://schemas.microsoft.com/office/drawing/2014/main" id="{B197064D-4152-4E65-A6DB-84EAA160C258}"/>
              </a:ext>
            </a:extLst>
          </p:cNvPr>
          <p:cNvSpPr>
            <a:spLocks noGrp="1"/>
          </p:cNvSpPr>
          <p:nvPr/>
        </p:nvSpPr>
        <p:spPr>
          <a:xfrm rot="378000">
            <a:off x="585787" y="4396740"/>
            <a:ext cx="3933825" cy="7705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131" b="1">
                <a:solidFill>
                  <a:srgbClr val="C28F76"/>
                </a:solidFill>
                <a:latin typeface="DejaVu Sans"/>
                <a:ea typeface="DejaVu Sans"/>
                <a:cs typeface="DejaVu Sans"/>
              </a:defRPr>
            </a:pPr>
            <a:r>
              <a:rPr lang="en-CA" sz="4237" b="1">
                <a:solidFill>
                  <a:srgbClr val="C28F76"/>
                </a:solidFill>
                <a:latin typeface="DejaVu Sans"/>
                <a:ea typeface="DejaVu Sans"/>
                <a:cs typeface="DejaVu Sans"/>
              </a:rPr>
              <a:t>DATA ENTRY</a:t>
            </a:r>
          </a:p>
        </p:txBody>
      </p:sp>
      <p:sp>
        <p:nvSpPr>
          <p:cNvPr id="8" name="system-5">
            <a:extLst>
              <a:ext uri="{FF2B5EF4-FFF2-40B4-BE49-F238E27FC236}">
                <a16:creationId xmlns:a16="http://schemas.microsoft.com/office/drawing/2014/main" id="{5459654F-8595-444F-8773-10008DA2942A}"/>
              </a:ext>
            </a:extLst>
          </p:cNvPr>
          <p:cNvSpPr>
            <a:spLocks noGrp="1"/>
          </p:cNvSpPr>
          <p:nvPr/>
        </p:nvSpPr>
        <p:spPr>
          <a:xfrm rot="714000">
            <a:off x="8235315" y="4215765"/>
            <a:ext cx="3248025" cy="8039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293" b="1">
                <a:solidFill>
                  <a:srgbClr val="A99DC0"/>
                </a:solidFill>
                <a:latin typeface="DejaVu Sans"/>
                <a:ea typeface="DejaVu Sans"/>
                <a:cs typeface="DejaVu Sans"/>
              </a:defRPr>
            </a:pPr>
            <a:r>
              <a:rPr lang="en-CA" sz="4552" b="1">
                <a:solidFill>
                  <a:srgbClr val="A99DC0"/>
                </a:solidFill>
                <a:latin typeface="DejaVu Sans"/>
                <a:ea typeface="DejaVu Sans"/>
                <a:cs typeface="DejaVu Sans"/>
              </a:rPr>
              <a:t>CODING</a:t>
            </a:r>
          </a:p>
        </p:txBody>
      </p:sp>
      <p:sp>
        <p:nvSpPr>
          <p:cNvPr id="9" name="system-6">
            <a:extLst>
              <a:ext uri="{FF2B5EF4-FFF2-40B4-BE49-F238E27FC236}">
                <a16:creationId xmlns:a16="http://schemas.microsoft.com/office/drawing/2014/main" id="{045A9908-204C-4563-950D-91FB594DF5B2}"/>
              </a:ext>
            </a:extLst>
          </p:cNvPr>
          <p:cNvSpPr>
            <a:spLocks noGrp="1"/>
          </p:cNvSpPr>
          <p:nvPr/>
        </p:nvSpPr>
        <p:spPr>
          <a:xfrm rot="21390000">
            <a:off x="1525905" y="5318760"/>
            <a:ext cx="6048375" cy="71532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021" b="1">
                <a:solidFill>
                  <a:srgbClr val="79ADA2"/>
                </a:solidFill>
                <a:latin typeface="DejaVu Sans"/>
                <a:ea typeface="DejaVu Sans"/>
                <a:cs typeface="DejaVu Sans"/>
              </a:defRPr>
            </a:pPr>
            <a:r>
              <a:rPr lang="en-CA" sz="3697" b="1">
                <a:solidFill>
                  <a:srgbClr val="79ADA2"/>
                </a:solidFill>
                <a:latin typeface="DejaVu Sans"/>
                <a:ea typeface="DejaVu Sans"/>
                <a:cs typeface="DejaVu Sans"/>
              </a:rPr>
              <a:t>DOCUMENTATION</a:t>
            </a:r>
          </a:p>
        </p:txBody>
      </p:sp>
      <p:sp>
        <p:nvSpPr>
          <p:cNvPr id="10" name="system-7">
            <a:extLst>
              <a:ext uri="{FF2B5EF4-FFF2-40B4-BE49-F238E27FC236}">
                <a16:creationId xmlns:a16="http://schemas.microsoft.com/office/drawing/2014/main" id="{9C00BBEA-C8BC-469A-A16C-DCB74812C447}"/>
              </a:ext>
            </a:extLst>
          </p:cNvPr>
          <p:cNvSpPr>
            <a:spLocks noGrp="1"/>
          </p:cNvSpPr>
          <p:nvPr/>
        </p:nvSpPr>
        <p:spPr>
          <a:xfrm rot="21096000">
            <a:off x="6795135" y="4749165"/>
            <a:ext cx="4000500" cy="63722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105" b="1">
                <a:solidFill>
                  <a:srgbClr val="C9B47F"/>
                </a:solidFill>
                <a:latin typeface="DejaVu Sans"/>
                <a:ea typeface="DejaVu Sans"/>
                <a:cs typeface="DejaVu Sans"/>
              </a:defRPr>
            </a:pPr>
            <a:r>
              <a:rPr lang="en-CA" sz="3292" b="1">
                <a:solidFill>
                  <a:srgbClr val="C9B47F"/>
                </a:solidFill>
                <a:latin typeface="DejaVu Sans"/>
                <a:ea typeface="DejaVu Sans"/>
                <a:cs typeface="DejaVu Sans"/>
              </a:rPr>
              <a:t>DEADLINES</a:t>
            </a:r>
          </a:p>
        </p:txBody>
      </p:sp>
      <p:sp>
        <p:nvSpPr>
          <p:cNvPr id="12" name="closing-line">
            <a:extLst>
              <a:ext uri="{FF2B5EF4-FFF2-40B4-BE49-F238E27FC236}">
                <a16:creationId xmlns:a16="http://schemas.microsoft.com/office/drawing/2014/main" id="{FC8D03B5-A761-48E0-A0FC-3339C219EA5C}"/>
              </a:ext>
            </a:extLst>
          </p:cNvPr>
          <p:cNvSpPr>
            <a:spLocks noGrp="1"/>
          </p:cNvSpPr>
          <p:nvPr/>
        </p:nvSpPr>
        <p:spPr>
          <a:xfrm>
            <a:off x="457200" y="6318504"/>
            <a:ext cx="11274552" cy="3200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BBC2BE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00" b="1" dirty="0">
                <a:solidFill>
                  <a:srgbClr val="BBC2BE"/>
                </a:solidFill>
                <a:latin typeface="DejaVu Sans"/>
              </a:rPr>
              <a:t>The purpose is human. The processes should be here to help</a:t>
            </a:r>
            <a:r>
              <a:rPr lang="en-US" sz="1800" b="0" dirty="0">
                <a:solidFill>
                  <a:srgbClr val="BBC2BE"/>
                </a:solidFill>
                <a:latin typeface="DejaVu Sans"/>
              </a:rPr>
              <a:t>.</a:t>
            </a:r>
          </a:p>
        </p:txBody>
      </p:sp>
      <p:sp>
        <p:nvSpPr>
          <p:cNvPr id="14" name="process-detail-UPDATE"/>
          <p:cNvSpPr txBox="1"/>
          <p:nvPr/>
        </p:nvSpPr>
        <p:spPr>
          <a:xfrm rot="21222000">
            <a:off x="3667125" y="1162050"/>
            <a:ext cx="200025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42" b="0">
                <a:solidFill>
                  <a:srgbClr val="9DB3BC"/>
                </a:solidFill>
              </a:rPr>
              <a:t>UPDATE</a:t>
            </a:r>
          </a:p>
        </p:txBody>
      </p:sp>
      <p:sp>
        <p:nvSpPr>
          <p:cNvPr id="15" name="process-detail-SUBMIT"/>
          <p:cNvSpPr txBox="1"/>
          <p:nvPr/>
        </p:nvSpPr>
        <p:spPr>
          <a:xfrm rot="798000">
            <a:off x="10096500" y="2428875"/>
            <a:ext cx="1619250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79" b="0">
                <a:solidFill>
                  <a:srgbClr val="9DB3BC"/>
                </a:solidFill>
              </a:rPr>
              <a:t>SUBMIT</a:t>
            </a:r>
          </a:p>
        </p:txBody>
      </p:sp>
      <p:sp>
        <p:nvSpPr>
          <p:cNvPr id="16" name="process-detail-TRACK"/>
          <p:cNvSpPr txBox="1"/>
          <p:nvPr/>
        </p:nvSpPr>
        <p:spPr>
          <a:xfrm rot="21264000">
            <a:off x="1809750" y="4095750"/>
            <a:ext cx="20955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46" b="0">
                <a:solidFill>
                  <a:srgbClr val="9DB3BC"/>
                </a:solidFill>
              </a:rPr>
              <a:t>TRACK</a:t>
            </a:r>
          </a:p>
        </p:txBody>
      </p:sp>
      <p:sp>
        <p:nvSpPr>
          <p:cNvPr id="17" name="process-detail-APPROVE"/>
          <p:cNvSpPr txBox="1"/>
          <p:nvPr/>
        </p:nvSpPr>
        <p:spPr>
          <a:xfrm rot="504000">
            <a:off x="762000" y="2238375"/>
            <a:ext cx="2190750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20" b="0">
                <a:solidFill>
                  <a:srgbClr val="9DB3BC"/>
                </a:solidFill>
              </a:rPr>
              <a:t>APPROVE</a:t>
            </a:r>
          </a:p>
        </p:txBody>
      </p:sp>
      <p:sp>
        <p:nvSpPr>
          <p:cNvPr id="18" name="process-detail-VERIFY"/>
          <p:cNvSpPr txBox="1"/>
          <p:nvPr/>
        </p:nvSpPr>
        <p:spPr>
          <a:xfrm rot="21180000">
            <a:off x="4953000" y="2333625"/>
            <a:ext cx="1762125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42" b="0">
                <a:solidFill>
                  <a:srgbClr val="9DB3BC"/>
                </a:solidFill>
              </a:rPr>
              <a:t>VERIFY</a:t>
            </a:r>
          </a:p>
        </p:txBody>
      </p:sp>
      <p:sp>
        <p:nvSpPr>
          <p:cNvPr id="19" name="process-detail-RE-ENTER"/>
          <p:cNvSpPr txBox="1"/>
          <p:nvPr/>
        </p:nvSpPr>
        <p:spPr>
          <a:xfrm rot="252000">
            <a:off x="9191625" y="5715000"/>
            <a:ext cx="2476500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79" b="0">
                <a:solidFill>
                  <a:srgbClr val="9DB3BC"/>
                </a:solidFill>
              </a:rPr>
              <a:t>RE-ENTER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95875" y="2667000"/>
            <a:ext cx="2000250" cy="2000250"/>
          </a:xfrm>
          <a:prstGeom prst="ellipse">
            <a:avLst/>
          </a:prstGeom>
        </p:spPr>
      </p:pic>
      <p:sp>
        <p:nvSpPr>
          <p:cNvPr id="11" name="people-label">
            <a:extLst>
              <a:ext uri="{FF2B5EF4-FFF2-40B4-BE49-F238E27FC236}">
                <a16:creationId xmlns:a16="http://schemas.microsoft.com/office/drawing/2014/main" id="{B13E6C15-3100-40A2-B0AB-BE9B53843E11}"/>
              </a:ext>
            </a:extLst>
          </p:cNvPr>
          <p:cNvSpPr>
            <a:spLocks noGrp="1"/>
          </p:cNvSpPr>
          <p:nvPr/>
        </p:nvSpPr>
        <p:spPr>
          <a:xfrm>
            <a:off x="5095875" y="4705350"/>
            <a:ext cx="2000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F6EBDD"/>
                </a:solidFill>
                <a:latin typeface="DejaVu Sans"/>
                <a:ea typeface="DejaVu Sans"/>
                <a:cs typeface="DejaVu Sans"/>
              </a:defRPr>
            </a:pPr>
            <a:r>
              <a:rPr lang="en-CA" sz="1200" b="0">
                <a:solidFill>
                  <a:srgbClr val="F6EBDD"/>
                </a:solidFill>
                <a:latin typeface="DejaVu Sans"/>
                <a:ea typeface="DejaVu Sans"/>
                <a:cs typeface="DejaVu Sans"/>
              </a:rPr>
              <a:t>STUDENT    TEACHER</a:t>
            </a:r>
          </a:p>
        </p:txBody>
      </p:sp>
      <p:sp>
        <p:nvSpPr>
          <p:cNvPr id="20" name="system-assessment"/>
          <p:cNvSpPr txBox="1"/>
          <p:nvPr/>
        </p:nvSpPr>
        <p:spPr>
          <a:xfrm rot="21480000">
            <a:off x="164592" y="5806440"/>
            <a:ext cx="27432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0">
                <a:solidFill>
                  <a:srgbClr val="9DB3BC"/>
                </a:solidFill>
              </a:rPr>
              <a:t>ASSESSMENT</a:t>
            </a:r>
          </a:p>
        </p:txBody>
      </p:sp>
      <p:sp>
        <p:nvSpPr>
          <p:cNvPr id="21" name="system-education-plan"/>
          <p:cNvSpPr txBox="1"/>
          <p:nvPr/>
        </p:nvSpPr>
        <p:spPr>
          <a:xfrm rot="60000">
            <a:off x="7360920" y="3675887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9DB3BC"/>
                </a:solidFill>
              </a:rPr>
              <a:t>EDUCATION PLAN</a:t>
            </a:r>
          </a:p>
        </p:txBody>
      </p:sp>
      <p:sp>
        <p:nvSpPr>
          <p:cNvPr id="22" name="system-government-results"/>
          <p:cNvSpPr txBox="1"/>
          <p:nvPr/>
        </p:nvSpPr>
        <p:spPr>
          <a:xfrm>
            <a:off x="6108192" y="100584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0">
                <a:solidFill>
                  <a:srgbClr val="9DB3BC"/>
                </a:solidFill>
              </a:rPr>
              <a:t>GOVERNMENT RESULTS</a:t>
            </a:r>
          </a:p>
        </p:txBody>
      </p:sp>
    </p:spTree>
    <p:extLst>
      <p:ext uri="{BB962C8B-B14F-4D97-AF65-F5344CB8AC3E}">
        <p14:creationId xmlns:p14="http://schemas.microsoft.com/office/powerpoint/2010/main" val="1393786870"/>
      </p:ext>
    </p:extLst>
  </p:cSld>
  <p:clrMapOvr>
    <a:masterClrMapping/>
  </p:clrMapOvr>
  <p:transition spd="slow" advTm="70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uman purpose evolving scene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98750" y="2514600"/>
            <a:ext cx="2194560" cy="2194560"/>
          </a:xfrm>
          <a:prstGeom prst="ellipse">
            <a:avLst/>
          </a:prstGeom>
        </p:spPr>
      </p:pic>
      <p:sp>
        <p:nvSpPr>
          <p:cNvPr id="13" name="headline">
            <a:extLst>
              <a:ext uri="{FF2B5EF4-FFF2-40B4-BE49-F238E27FC236}">
                <a16:creationId xmlns:a16="http://schemas.microsoft.com/office/drawing/2014/main" id="{C260DBDF-5779-4677-A2AB-8DA127FE3089}"/>
              </a:ext>
            </a:extLst>
          </p:cNvPr>
          <p:cNvSpPr>
            <a:spLocks noGrp="1"/>
          </p:cNvSpPr>
          <p:nvPr/>
        </p:nvSpPr>
        <p:spPr>
          <a:xfrm>
            <a:off x="457200" y="109728"/>
            <a:ext cx="11274552" cy="8778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6EBDD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700" b="1">
                <a:solidFill>
                  <a:srgbClr val="F6EBDD"/>
                </a:solidFill>
                <a:latin typeface="DejaVu Sans"/>
              </a:rPr>
              <a:t>When maintaining the systems takes the space,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700" b="1">
                <a:solidFill>
                  <a:srgbClr val="F6EBDD"/>
                </a:solidFill>
                <a:latin typeface="DejaVu Sans"/>
              </a:rPr>
              <a:t>the support becomes the work.</a:t>
            </a:r>
          </a:p>
        </p:txBody>
      </p:sp>
      <p:sp>
        <p:nvSpPr>
          <p:cNvPr id="12" name="closing-line">
            <a:extLst>
              <a:ext uri="{FF2B5EF4-FFF2-40B4-BE49-F238E27FC236}">
                <a16:creationId xmlns:a16="http://schemas.microsoft.com/office/drawing/2014/main" id="{FC8D03B5-A761-48E0-A0FC-3339C219EA5C}"/>
              </a:ext>
            </a:extLst>
          </p:cNvPr>
          <p:cNvSpPr>
            <a:spLocks noGrp="1"/>
          </p:cNvSpPr>
          <p:nvPr/>
        </p:nvSpPr>
        <p:spPr>
          <a:xfrm>
            <a:off x="438912" y="5971032"/>
            <a:ext cx="11311128" cy="7132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BBC2BE"/>
                </a:solidFill>
                <a:latin typeface="DejaVu Sans"/>
                <a:ea typeface="DejaVu Sans"/>
                <a:cs typeface="DejaVu Sans"/>
              </a:defRPr>
            </a:pPr>
            <a:endParaRPr/>
          </a:p>
        </p:txBody>
      </p:sp>
      <p:sp>
        <p:nvSpPr>
          <p:cNvPr id="14" name="support-0"/>
          <p:cNvSpPr txBox="1"/>
          <p:nvPr/>
        </p:nvSpPr>
        <p:spPr>
          <a:xfrm rot="21120000">
            <a:off x="594360" y="1406054"/>
            <a:ext cx="2926080" cy="7540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900" b="1">
                <a:solidFill>
                  <a:srgbClr val="D3AD77"/>
                </a:solidFill>
                <a:latin typeface="DejaVu Sans"/>
              </a:rPr>
              <a:t>IPPs</a:t>
            </a:r>
          </a:p>
        </p:txBody>
      </p:sp>
      <p:sp>
        <p:nvSpPr>
          <p:cNvPr id="15" name="support-1"/>
          <p:cNvSpPr txBox="1"/>
          <p:nvPr/>
        </p:nvSpPr>
        <p:spPr>
          <a:xfrm rot="360000">
            <a:off x="6126480" y="1490692"/>
            <a:ext cx="5303520" cy="584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800" b="1">
                <a:solidFill>
                  <a:srgbClr val="C993B3"/>
                </a:solidFill>
                <a:latin typeface="DejaVu Sans"/>
              </a:rPr>
              <a:t>report cards</a:t>
            </a:r>
          </a:p>
        </p:txBody>
      </p:sp>
      <p:sp>
        <p:nvSpPr>
          <p:cNvPr id="16" name="support-2"/>
          <p:cNvSpPr txBox="1"/>
          <p:nvPr/>
        </p:nvSpPr>
        <p:spPr>
          <a:xfrm rot="21300000">
            <a:off x="365760" y="2588642"/>
            <a:ext cx="4114800" cy="4462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900" b="1">
                <a:solidFill>
                  <a:srgbClr val="98C3D0"/>
                </a:solidFill>
                <a:latin typeface="DejaVu Sans"/>
              </a:rPr>
              <a:t>assessment plans</a:t>
            </a:r>
          </a:p>
        </p:txBody>
      </p:sp>
      <p:sp>
        <p:nvSpPr>
          <p:cNvPr id="17" name="support-3"/>
          <p:cNvSpPr txBox="1"/>
          <p:nvPr/>
        </p:nvSpPr>
        <p:spPr>
          <a:xfrm rot="360000">
            <a:off x="411480" y="4157841"/>
            <a:ext cx="402336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>
                <a:solidFill>
                  <a:srgbClr val="AEC18D"/>
                </a:solidFill>
                <a:latin typeface="DejaVu Sans"/>
              </a:rPr>
              <a:t>data entry</a:t>
            </a:r>
          </a:p>
        </p:txBody>
      </p:sp>
      <p:sp>
        <p:nvSpPr>
          <p:cNvPr id="18" name="support-4"/>
          <p:cNvSpPr txBox="1"/>
          <p:nvPr/>
        </p:nvSpPr>
        <p:spPr>
          <a:xfrm rot="21420000">
            <a:off x="1325880" y="5400199"/>
            <a:ext cx="603504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200" b="1">
                <a:solidFill>
                  <a:srgbClr val="A7BBAD"/>
                </a:solidFill>
                <a:latin typeface="DejaVu Sans"/>
              </a:rPr>
              <a:t>documentation</a:t>
            </a:r>
          </a:p>
        </p:txBody>
      </p:sp>
      <p:sp>
        <p:nvSpPr>
          <p:cNvPr id="19" name="support-5"/>
          <p:cNvSpPr txBox="1"/>
          <p:nvPr/>
        </p:nvSpPr>
        <p:spPr>
          <a:xfrm rot="240000">
            <a:off x="8321040" y="4745399"/>
            <a:ext cx="329184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0" b="1">
                <a:solidFill>
                  <a:srgbClr val="B5A7CE"/>
                </a:solidFill>
                <a:latin typeface="DejaVu Sans"/>
              </a:rPr>
              <a:t>evidence</a:t>
            </a:r>
          </a:p>
        </p:txBody>
      </p:sp>
      <p:sp>
        <p:nvSpPr>
          <p:cNvPr id="20" name="support-6"/>
          <p:cNvSpPr txBox="1"/>
          <p:nvPr/>
        </p:nvSpPr>
        <p:spPr>
          <a:xfrm rot="21240000">
            <a:off x="7955279" y="2671271"/>
            <a:ext cx="3657600" cy="6924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0" b="1">
                <a:solidFill>
                  <a:srgbClr val="D3AD77"/>
                </a:solidFill>
                <a:latin typeface="DejaVu Sans"/>
              </a:rPr>
              <a:t>forms</a:t>
            </a:r>
          </a:p>
        </p:txBody>
      </p:sp>
      <p:sp>
        <p:nvSpPr>
          <p:cNvPr id="21" name="support-7"/>
          <p:cNvSpPr txBox="1"/>
          <p:nvPr/>
        </p:nvSpPr>
        <p:spPr>
          <a:xfrm rot="21420000">
            <a:off x="502920" y="4897725"/>
            <a:ext cx="228600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600" b="1">
                <a:solidFill>
                  <a:srgbClr val="C993B3"/>
                </a:solidFill>
                <a:latin typeface="DejaVu Sans"/>
              </a:rPr>
              <a:t>goals</a:t>
            </a:r>
          </a:p>
        </p:txBody>
      </p:sp>
      <p:sp>
        <p:nvSpPr>
          <p:cNvPr id="22" name="support-8"/>
          <p:cNvSpPr txBox="1"/>
          <p:nvPr/>
        </p:nvSpPr>
        <p:spPr>
          <a:xfrm rot="21360000">
            <a:off x="3108960" y="1286068"/>
            <a:ext cx="256032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300" b="1">
                <a:solidFill>
                  <a:srgbClr val="98C3D0"/>
                </a:solidFill>
                <a:latin typeface="DejaVu Sans"/>
              </a:rPr>
              <a:t>tracking</a:t>
            </a:r>
          </a:p>
        </p:txBody>
      </p:sp>
      <p:sp>
        <p:nvSpPr>
          <p:cNvPr id="23" name="support-9"/>
          <p:cNvSpPr txBox="1"/>
          <p:nvPr/>
        </p:nvSpPr>
        <p:spPr>
          <a:xfrm rot="420000">
            <a:off x="914400" y="2157871"/>
            <a:ext cx="292608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200" b="1">
                <a:solidFill>
                  <a:srgbClr val="AEC18D"/>
                </a:solidFill>
                <a:latin typeface="DejaVu Sans"/>
              </a:rPr>
              <a:t>approvals</a:t>
            </a:r>
          </a:p>
        </p:txBody>
      </p:sp>
      <p:sp>
        <p:nvSpPr>
          <p:cNvPr id="24" name="support-10"/>
          <p:cNvSpPr txBox="1"/>
          <p:nvPr/>
        </p:nvSpPr>
        <p:spPr>
          <a:xfrm rot="480000">
            <a:off x="8229600" y="3902255"/>
            <a:ext cx="347472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0" b="1">
                <a:solidFill>
                  <a:srgbClr val="A7BBAD"/>
                </a:solidFill>
                <a:latin typeface="DejaVu Sans"/>
              </a:rPr>
              <a:t>compliance</a:t>
            </a:r>
          </a:p>
        </p:txBody>
      </p:sp>
      <p:sp>
        <p:nvSpPr>
          <p:cNvPr id="25" name="support-11"/>
          <p:cNvSpPr txBox="1"/>
          <p:nvPr/>
        </p:nvSpPr>
        <p:spPr>
          <a:xfrm rot="21300000">
            <a:off x="4800600" y="2316441"/>
            <a:ext cx="256032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B5A7CE"/>
                </a:solidFill>
                <a:latin typeface="DejaVu Sans"/>
              </a:rPr>
              <a:t>verification</a:t>
            </a:r>
          </a:p>
        </p:txBody>
      </p:sp>
      <p:sp>
        <p:nvSpPr>
          <p:cNvPr id="26" name="support-12"/>
          <p:cNvSpPr txBox="1"/>
          <p:nvPr/>
        </p:nvSpPr>
        <p:spPr>
          <a:xfrm rot="420000">
            <a:off x="9509760" y="2209835"/>
            <a:ext cx="2286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D3AD77"/>
                </a:solidFill>
                <a:latin typeface="DejaVu Sans"/>
              </a:rPr>
              <a:t>submissions</a:t>
            </a:r>
          </a:p>
        </p:txBody>
      </p:sp>
      <p:sp>
        <p:nvSpPr>
          <p:cNvPr id="27" name="support-13"/>
          <p:cNvSpPr txBox="1"/>
          <p:nvPr/>
        </p:nvSpPr>
        <p:spPr>
          <a:xfrm rot="21360000">
            <a:off x="2468880" y="3727516"/>
            <a:ext cx="210312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300" b="1">
                <a:solidFill>
                  <a:srgbClr val="C993B3"/>
                </a:solidFill>
                <a:latin typeface="DejaVu Sans"/>
              </a:rPr>
              <a:t>updates</a:t>
            </a:r>
          </a:p>
        </p:txBody>
      </p:sp>
      <p:sp>
        <p:nvSpPr>
          <p:cNvPr id="28" name="support-14"/>
          <p:cNvSpPr txBox="1"/>
          <p:nvPr/>
        </p:nvSpPr>
        <p:spPr>
          <a:xfrm rot="21180000">
            <a:off x="6949440" y="5186764"/>
            <a:ext cx="4206240" cy="507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300" b="1">
                <a:solidFill>
                  <a:srgbClr val="98C3D0"/>
                </a:solidFill>
                <a:latin typeface="DejaVu Sans"/>
              </a:rPr>
              <a:t>deadlines</a:t>
            </a:r>
          </a:p>
        </p:txBody>
      </p:sp>
      <p:sp>
        <p:nvSpPr>
          <p:cNvPr id="29" name="support-15"/>
          <p:cNvSpPr txBox="1"/>
          <p:nvPr/>
        </p:nvSpPr>
        <p:spPr>
          <a:xfrm rot="180000">
            <a:off x="8275320" y="5748787"/>
            <a:ext cx="329184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700" b="1">
                <a:solidFill>
                  <a:srgbClr val="AEC18D"/>
                </a:solidFill>
                <a:latin typeface="DejaVu Sans"/>
              </a:rPr>
              <a:t>re-entering information</a:t>
            </a:r>
          </a:p>
        </p:txBody>
      </p:sp>
      <p:sp>
        <p:nvSpPr>
          <p:cNvPr id="30" name="support-assessment"/>
          <p:cNvSpPr txBox="1"/>
          <p:nvPr/>
        </p:nvSpPr>
        <p:spPr>
          <a:xfrm rot="21360000">
            <a:off x="182880" y="5804877"/>
            <a:ext cx="320040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A7BBAD"/>
                </a:solidFill>
                <a:latin typeface="DejaVu Sans"/>
              </a:rPr>
              <a:t>Assessment</a:t>
            </a:r>
          </a:p>
        </p:txBody>
      </p:sp>
      <p:sp>
        <p:nvSpPr>
          <p:cNvPr id="31" name="support-education-plan"/>
          <p:cNvSpPr txBox="1"/>
          <p:nvPr/>
        </p:nvSpPr>
        <p:spPr>
          <a:xfrm rot="180000">
            <a:off x="7315200" y="3460891"/>
            <a:ext cx="41148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200" b="1">
                <a:solidFill>
                  <a:srgbClr val="B5A7CE"/>
                </a:solidFill>
                <a:latin typeface="DejaVu Sans"/>
              </a:rPr>
              <a:t>Education Plan</a:t>
            </a:r>
          </a:p>
        </p:txBody>
      </p:sp>
      <p:sp>
        <p:nvSpPr>
          <p:cNvPr id="32" name="support-government-results"/>
          <p:cNvSpPr txBox="1"/>
          <p:nvPr/>
        </p:nvSpPr>
        <p:spPr>
          <a:xfrm>
            <a:off x="6263640" y="1106534"/>
            <a:ext cx="512064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900" b="1">
                <a:solidFill>
                  <a:srgbClr val="D3AD77"/>
                </a:solidFill>
                <a:latin typeface="DejaVu Sans"/>
              </a:rPr>
              <a:t>Government Results</a:t>
            </a:r>
          </a:p>
        </p:txBody>
      </p:sp>
    </p:spTree>
  </p:cSld>
  <p:clrMapOvr>
    <a:masterClrMapping/>
  </p:clrMapOvr>
  <p:transition spd="slow" advTm="80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4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volving hand-drawn teacher and student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793010" y="2308860"/>
            <a:ext cx="2606040" cy="2606040"/>
          </a:xfrm>
          <a:prstGeom prst="ellipse">
            <a:avLst/>
          </a:prstGeom>
        </p:spPr>
      </p:pic>
      <p:sp>
        <p:nvSpPr>
          <p:cNvPr id="13" name="headline">
            <a:extLst>
              <a:ext uri="{FF2B5EF4-FFF2-40B4-BE49-F238E27FC236}">
                <a16:creationId xmlns:a16="http://schemas.microsoft.com/office/drawing/2014/main" id="{06F27B43-A632-4C70-BF9B-172F248D6A15}"/>
              </a:ext>
            </a:extLst>
          </p:cNvPr>
          <p:cNvSpPr>
            <a:spLocks noGrp="1"/>
          </p:cNvSpPr>
          <p:nvPr/>
        </p:nvSpPr>
        <p:spPr>
          <a:xfrm>
            <a:off x="457200" y="109728"/>
            <a:ext cx="11274552" cy="8778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6EBDD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800" b="1">
                <a:solidFill>
                  <a:srgbClr val="F6EBDD"/>
                </a:solidFill>
                <a:latin typeface="DejaVu Sans"/>
              </a:rPr>
              <a:t>How much complexity have we passed 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F6EBDD"/>
                </a:solidFill>
                <a:latin typeface="DejaVu Sans"/>
              </a:rPr>
              <a:t>to the people we lead?</a:t>
            </a:r>
          </a:p>
        </p:txBody>
      </p:sp>
      <p:sp>
        <p:nvSpPr>
          <p:cNvPr id="12" name="closing-line">
            <a:extLst>
              <a:ext uri="{FF2B5EF4-FFF2-40B4-BE49-F238E27FC236}">
                <a16:creationId xmlns:a16="http://schemas.microsoft.com/office/drawing/2014/main" id="{F53A1508-D790-4CF5-AD4C-12338E8CBDC9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12745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BBC2BE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100" b="0">
                <a:solidFill>
                  <a:srgbClr val="F6EBDD"/>
                </a:solidFill>
                <a:latin typeface="DejaVu Sans"/>
              </a:rPr>
              <a:t>Accountability matters. Not every burden belongs with schools.</a:t>
            </a:r>
          </a:p>
        </p:txBody>
      </p:sp>
      <p:sp>
        <p:nvSpPr>
          <p:cNvPr id="14" name="support-0"/>
          <p:cNvSpPr txBox="1"/>
          <p:nvPr/>
        </p:nvSpPr>
        <p:spPr>
          <a:xfrm rot="21168000">
            <a:off x="594360" y="1443756"/>
            <a:ext cx="2926080" cy="6786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410" b="0">
                <a:solidFill>
                  <a:srgbClr val="B9C5C7"/>
                </a:solidFill>
                <a:latin typeface="DejaVu Sans"/>
              </a:rPr>
              <a:t>IPPs</a:t>
            </a:r>
          </a:p>
        </p:txBody>
      </p:sp>
      <p:sp>
        <p:nvSpPr>
          <p:cNvPr id="15" name="support-1"/>
          <p:cNvSpPr txBox="1"/>
          <p:nvPr/>
        </p:nvSpPr>
        <p:spPr>
          <a:xfrm rot="324000">
            <a:off x="6126480" y="1519931"/>
            <a:ext cx="5303520" cy="5262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420" b="0">
                <a:solidFill>
                  <a:srgbClr val="B9C5C7"/>
                </a:solidFill>
                <a:latin typeface="DejaVu Sans"/>
              </a:rPr>
              <a:t>report cards</a:t>
            </a:r>
          </a:p>
        </p:txBody>
      </p:sp>
      <p:sp>
        <p:nvSpPr>
          <p:cNvPr id="16" name="support-2"/>
          <p:cNvSpPr txBox="1"/>
          <p:nvPr/>
        </p:nvSpPr>
        <p:spPr>
          <a:xfrm rot="21330000">
            <a:off x="365760" y="2610956"/>
            <a:ext cx="4114800" cy="4016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610" b="0">
                <a:solidFill>
                  <a:srgbClr val="B9C5C7"/>
                </a:solidFill>
                <a:latin typeface="DejaVu Sans"/>
              </a:rPr>
              <a:t>assessment plans</a:t>
            </a:r>
          </a:p>
        </p:txBody>
      </p:sp>
      <p:sp>
        <p:nvSpPr>
          <p:cNvPr id="17" name="support-3"/>
          <p:cNvSpPr txBox="1"/>
          <p:nvPr/>
        </p:nvSpPr>
        <p:spPr>
          <a:xfrm rot="324000">
            <a:off x="411480" y="4185541"/>
            <a:ext cx="4023360" cy="4985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240" b="0">
                <a:solidFill>
                  <a:srgbClr val="B9C5C7"/>
                </a:solidFill>
                <a:latin typeface="DejaVu Sans"/>
              </a:rPr>
              <a:t>data entry</a:t>
            </a:r>
          </a:p>
        </p:txBody>
      </p:sp>
      <p:sp>
        <p:nvSpPr>
          <p:cNvPr id="18" name="support-4"/>
          <p:cNvSpPr txBox="1"/>
          <p:nvPr/>
        </p:nvSpPr>
        <p:spPr>
          <a:xfrm rot="21438000">
            <a:off x="1325880" y="5424821"/>
            <a:ext cx="6035040" cy="4431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880" b="0">
                <a:solidFill>
                  <a:srgbClr val="B9C5C7"/>
                </a:solidFill>
                <a:latin typeface="DejaVu Sans"/>
              </a:rPr>
              <a:t>documentation</a:t>
            </a:r>
          </a:p>
        </p:txBody>
      </p:sp>
      <p:sp>
        <p:nvSpPr>
          <p:cNvPr id="19" name="support-5"/>
          <p:cNvSpPr txBox="1"/>
          <p:nvPr/>
        </p:nvSpPr>
        <p:spPr>
          <a:xfrm rot="216000">
            <a:off x="8321040" y="4764635"/>
            <a:ext cx="3291840" cy="3462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250" b="0">
                <a:solidFill>
                  <a:srgbClr val="B9C5C7"/>
                </a:solidFill>
                <a:latin typeface="DejaVu Sans"/>
              </a:rPr>
              <a:t>evidence</a:t>
            </a:r>
          </a:p>
        </p:txBody>
      </p:sp>
      <p:sp>
        <p:nvSpPr>
          <p:cNvPr id="20" name="support-6"/>
          <p:cNvSpPr txBox="1"/>
          <p:nvPr/>
        </p:nvSpPr>
        <p:spPr>
          <a:xfrm rot="21276000">
            <a:off x="7955279" y="2705896"/>
            <a:ext cx="3657600" cy="623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50" b="0">
                <a:solidFill>
                  <a:srgbClr val="B9C5C7"/>
                </a:solidFill>
                <a:latin typeface="DejaVu Sans"/>
              </a:rPr>
              <a:t>forms</a:t>
            </a:r>
          </a:p>
        </p:txBody>
      </p:sp>
      <p:sp>
        <p:nvSpPr>
          <p:cNvPr id="21" name="support-7"/>
          <p:cNvSpPr txBox="1"/>
          <p:nvPr/>
        </p:nvSpPr>
        <p:spPr>
          <a:xfrm rot="21438000">
            <a:off x="502920" y="4917730"/>
            <a:ext cx="2286000" cy="3600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340" b="0">
                <a:solidFill>
                  <a:srgbClr val="B9C5C7"/>
                </a:solidFill>
                <a:latin typeface="DejaVu Sans"/>
              </a:rPr>
              <a:t>goals</a:t>
            </a:r>
          </a:p>
        </p:txBody>
      </p:sp>
      <p:sp>
        <p:nvSpPr>
          <p:cNvPr id="22" name="support-8"/>
          <p:cNvSpPr txBox="1"/>
          <p:nvPr/>
        </p:nvSpPr>
        <p:spPr>
          <a:xfrm rot="21384000">
            <a:off x="3108960" y="1303765"/>
            <a:ext cx="2560320" cy="3185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70" b="0">
                <a:solidFill>
                  <a:srgbClr val="B9C5C7"/>
                </a:solidFill>
                <a:latin typeface="DejaVu Sans"/>
              </a:rPr>
              <a:t>tracking</a:t>
            </a:r>
          </a:p>
        </p:txBody>
      </p:sp>
      <p:sp>
        <p:nvSpPr>
          <p:cNvPr id="23" name="support-9"/>
          <p:cNvSpPr txBox="1"/>
          <p:nvPr/>
        </p:nvSpPr>
        <p:spPr>
          <a:xfrm rot="378000">
            <a:off x="914400" y="2174798"/>
            <a:ext cx="2926080" cy="3046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980" b="0">
                <a:solidFill>
                  <a:srgbClr val="B9C5C7"/>
                </a:solidFill>
                <a:latin typeface="DejaVu Sans"/>
              </a:rPr>
              <a:t>approvals</a:t>
            </a:r>
          </a:p>
        </p:txBody>
      </p:sp>
      <p:sp>
        <p:nvSpPr>
          <p:cNvPr id="24" name="support-10"/>
          <p:cNvSpPr txBox="1"/>
          <p:nvPr/>
        </p:nvSpPr>
        <p:spPr>
          <a:xfrm rot="432000">
            <a:off x="8229600" y="3925339"/>
            <a:ext cx="347472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700" b="0">
                <a:solidFill>
                  <a:srgbClr val="B9C5C7"/>
                </a:solidFill>
                <a:latin typeface="DejaVu Sans"/>
              </a:rPr>
              <a:t>compliance</a:t>
            </a:r>
          </a:p>
        </p:txBody>
      </p:sp>
      <p:sp>
        <p:nvSpPr>
          <p:cNvPr id="25" name="support-11"/>
          <p:cNvSpPr txBox="1"/>
          <p:nvPr/>
        </p:nvSpPr>
        <p:spPr>
          <a:xfrm rot="21330000">
            <a:off x="4800600" y="2332599"/>
            <a:ext cx="2560320" cy="2908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90" b="0">
                <a:solidFill>
                  <a:srgbClr val="B9C5C7"/>
                </a:solidFill>
                <a:latin typeface="DejaVu Sans"/>
              </a:rPr>
              <a:t>verification</a:t>
            </a:r>
          </a:p>
        </p:txBody>
      </p:sp>
      <p:sp>
        <p:nvSpPr>
          <p:cNvPr id="26" name="support-12"/>
          <p:cNvSpPr txBox="1"/>
          <p:nvPr/>
        </p:nvSpPr>
        <p:spPr>
          <a:xfrm rot="378000">
            <a:off x="9509760" y="2225224"/>
            <a:ext cx="2286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b="0">
                <a:solidFill>
                  <a:srgbClr val="B9C5C7"/>
                </a:solidFill>
                <a:latin typeface="DejaVu Sans"/>
              </a:rPr>
              <a:t>submissions</a:t>
            </a:r>
          </a:p>
        </p:txBody>
      </p:sp>
      <p:sp>
        <p:nvSpPr>
          <p:cNvPr id="27" name="support-13"/>
          <p:cNvSpPr txBox="1"/>
          <p:nvPr/>
        </p:nvSpPr>
        <p:spPr>
          <a:xfrm rot="21384000">
            <a:off x="2468880" y="3745213"/>
            <a:ext cx="2103120" cy="3185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70" b="0">
                <a:solidFill>
                  <a:srgbClr val="B9C5C7"/>
                </a:solidFill>
                <a:latin typeface="DejaVu Sans"/>
              </a:rPr>
              <a:t>updates</a:t>
            </a:r>
          </a:p>
        </p:txBody>
      </p:sp>
      <p:sp>
        <p:nvSpPr>
          <p:cNvPr id="28" name="support-14"/>
          <p:cNvSpPr txBox="1"/>
          <p:nvPr/>
        </p:nvSpPr>
        <p:spPr>
          <a:xfrm rot="21222000">
            <a:off x="6949440" y="5212156"/>
            <a:ext cx="4206240" cy="457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970" b="0">
                <a:solidFill>
                  <a:srgbClr val="B9C5C7"/>
                </a:solidFill>
                <a:latin typeface="DejaVu Sans"/>
              </a:rPr>
              <a:t>deadlines</a:t>
            </a:r>
          </a:p>
        </p:txBody>
      </p:sp>
      <p:sp>
        <p:nvSpPr>
          <p:cNvPr id="29" name="support-15"/>
          <p:cNvSpPr txBox="1"/>
          <p:nvPr/>
        </p:nvSpPr>
        <p:spPr>
          <a:xfrm rot="162000">
            <a:off x="8275320" y="5761867"/>
            <a:ext cx="3291840" cy="2354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30" b="0">
                <a:solidFill>
                  <a:srgbClr val="B9C5C7"/>
                </a:solidFill>
                <a:latin typeface="DejaVu Sans"/>
              </a:rPr>
              <a:t>re-entering information</a:t>
            </a:r>
          </a:p>
        </p:txBody>
      </p:sp>
      <p:sp>
        <p:nvSpPr>
          <p:cNvPr id="30" name="support-assessment"/>
          <p:cNvSpPr txBox="1"/>
          <p:nvPr/>
        </p:nvSpPr>
        <p:spPr>
          <a:xfrm rot="21384000">
            <a:off x="182880" y="5821035"/>
            <a:ext cx="3200400" cy="2908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90" b="0">
                <a:solidFill>
                  <a:srgbClr val="B9C5C7"/>
                </a:solidFill>
                <a:latin typeface="DejaVu Sans"/>
              </a:rPr>
              <a:t>Assessment</a:t>
            </a:r>
          </a:p>
        </p:txBody>
      </p:sp>
      <p:sp>
        <p:nvSpPr>
          <p:cNvPr id="31" name="support-education-plan"/>
          <p:cNvSpPr txBox="1"/>
          <p:nvPr/>
        </p:nvSpPr>
        <p:spPr>
          <a:xfrm rot="162000">
            <a:off x="7315200" y="3477818"/>
            <a:ext cx="4114800" cy="3046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980" b="0">
                <a:solidFill>
                  <a:srgbClr val="B9C5C7"/>
                </a:solidFill>
                <a:latin typeface="DejaVu Sans"/>
              </a:rPr>
              <a:t>Education Plan</a:t>
            </a:r>
          </a:p>
        </p:txBody>
      </p:sp>
      <p:sp>
        <p:nvSpPr>
          <p:cNvPr id="32" name="support-government-results"/>
          <p:cNvSpPr txBox="1"/>
          <p:nvPr/>
        </p:nvSpPr>
        <p:spPr>
          <a:xfrm>
            <a:off x="6263640" y="1121153"/>
            <a:ext cx="5120640" cy="2631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710" b="0">
                <a:solidFill>
                  <a:srgbClr val="B9C5C7"/>
                </a:solidFill>
                <a:latin typeface="DejaVu Sans"/>
              </a:rPr>
              <a:t>Government Results</a:t>
            </a:r>
          </a:p>
        </p:txBody>
      </p:sp>
    </p:spTree>
    <p:extLst>
      <p:ext uri="{BB962C8B-B14F-4D97-AF65-F5344CB8AC3E}">
        <p14:creationId xmlns:p14="http://schemas.microsoft.com/office/powerpoint/2010/main" val="1653423463"/>
      </p:ext>
    </p:extLst>
  </p:cSld>
  <p:clrMapOvr>
    <a:masterClrMapping/>
  </p:clrMapOvr>
  <p:transition spd="slow" advTm="80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6E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volving hand-drawn teacher and student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30039" y="1371600"/>
            <a:ext cx="3931920" cy="3931920"/>
          </a:xfrm>
          <a:prstGeom prst="ellipse">
            <a:avLst/>
          </a:prstGeom>
        </p:spPr>
      </p:pic>
      <p:sp>
        <p:nvSpPr>
          <p:cNvPr id="13" name="headline">
            <a:extLst>
              <a:ext uri="{FF2B5EF4-FFF2-40B4-BE49-F238E27FC236}">
                <a16:creationId xmlns:a16="http://schemas.microsoft.com/office/drawing/2014/main" id="{06F27B43-A632-4C70-BF9B-172F248D6A15}"/>
              </a:ext>
            </a:extLst>
          </p:cNvPr>
          <p:cNvSpPr>
            <a:spLocks noGrp="1"/>
          </p:cNvSpPr>
          <p:nvPr/>
        </p:nvSpPr>
        <p:spPr>
          <a:xfrm>
            <a:off x="457200" y="109728"/>
            <a:ext cx="11274552" cy="8778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6EBDD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000" b="1">
                <a:solidFill>
                  <a:srgbClr val="F6EBDD"/>
                </a:solidFill>
                <a:latin typeface="DejaVu Sans"/>
              </a:rPr>
              <a:t>As leaders, we can absorb, remove and simplify.</a:t>
            </a:r>
          </a:p>
        </p:txBody>
      </p:sp>
      <p:sp>
        <p:nvSpPr>
          <p:cNvPr id="12" name="closing-line">
            <a:extLst>
              <a:ext uri="{FF2B5EF4-FFF2-40B4-BE49-F238E27FC236}">
                <a16:creationId xmlns:a16="http://schemas.microsoft.com/office/drawing/2014/main" id="{F53A1508-D790-4CF5-AD4C-12338E8CBDC9}"/>
              </a:ext>
            </a:extLst>
          </p:cNvPr>
          <p:cNvSpPr>
            <a:spLocks noGrp="1"/>
          </p:cNvSpPr>
          <p:nvPr/>
        </p:nvSpPr>
        <p:spPr>
          <a:xfrm>
            <a:off x="457200" y="6007608"/>
            <a:ext cx="11274552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BBC2BE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300" b="1">
                <a:solidFill>
                  <a:srgbClr val="F6EBDD"/>
                </a:solidFill>
                <a:latin typeface="DejaVu Sans"/>
              </a:rPr>
              <a:t>Protect teachers’ capacity for the work only people can do.</a:t>
            </a:r>
          </a:p>
        </p:txBody>
      </p:sp>
      <p:sp>
        <p:nvSpPr>
          <p:cNvPr id="14" name="support-0"/>
          <p:cNvSpPr txBox="1"/>
          <p:nvPr/>
        </p:nvSpPr>
        <p:spPr>
          <a:xfrm>
            <a:off x="274320" y="1275921"/>
            <a:ext cx="3182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7D1D4"/>
                </a:solidFill>
                <a:latin typeface="DejaVu Sans"/>
              </a:rPr>
              <a:t>IPPs</a:t>
            </a:r>
          </a:p>
        </p:txBody>
      </p:sp>
      <p:sp>
        <p:nvSpPr>
          <p:cNvPr id="15" name="support-1"/>
          <p:cNvSpPr txBox="1"/>
          <p:nvPr/>
        </p:nvSpPr>
        <p:spPr>
          <a:xfrm>
            <a:off x="274320" y="1723977"/>
            <a:ext cx="3182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7D1D4"/>
                </a:solidFill>
                <a:latin typeface="DejaVu Sans"/>
              </a:rPr>
              <a:t>report cards</a:t>
            </a:r>
          </a:p>
        </p:txBody>
      </p:sp>
      <p:sp>
        <p:nvSpPr>
          <p:cNvPr id="16" name="support-2"/>
          <p:cNvSpPr txBox="1"/>
          <p:nvPr/>
        </p:nvSpPr>
        <p:spPr>
          <a:xfrm>
            <a:off x="274320" y="2172033"/>
            <a:ext cx="3182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7D1D4"/>
                </a:solidFill>
                <a:latin typeface="DejaVu Sans"/>
              </a:rPr>
              <a:t>assessment plans</a:t>
            </a:r>
          </a:p>
        </p:txBody>
      </p:sp>
      <p:sp>
        <p:nvSpPr>
          <p:cNvPr id="17" name="support-3"/>
          <p:cNvSpPr txBox="1"/>
          <p:nvPr/>
        </p:nvSpPr>
        <p:spPr>
          <a:xfrm>
            <a:off x="274320" y="2620089"/>
            <a:ext cx="3182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7D1D4"/>
                </a:solidFill>
                <a:latin typeface="DejaVu Sans"/>
              </a:rPr>
              <a:t>data entry</a:t>
            </a:r>
          </a:p>
        </p:txBody>
      </p:sp>
      <p:sp>
        <p:nvSpPr>
          <p:cNvPr id="18" name="support-4"/>
          <p:cNvSpPr txBox="1"/>
          <p:nvPr/>
        </p:nvSpPr>
        <p:spPr>
          <a:xfrm>
            <a:off x="274320" y="3068145"/>
            <a:ext cx="3182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7D1D4"/>
                </a:solidFill>
                <a:latin typeface="DejaVu Sans"/>
              </a:rPr>
              <a:t>documentation</a:t>
            </a:r>
          </a:p>
        </p:txBody>
      </p:sp>
      <p:sp>
        <p:nvSpPr>
          <p:cNvPr id="19" name="support-5"/>
          <p:cNvSpPr txBox="1"/>
          <p:nvPr/>
        </p:nvSpPr>
        <p:spPr>
          <a:xfrm>
            <a:off x="274320" y="3516201"/>
            <a:ext cx="3182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7D1D4"/>
                </a:solidFill>
                <a:latin typeface="DejaVu Sans"/>
              </a:rPr>
              <a:t>evidence</a:t>
            </a:r>
          </a:p>
        </p:txBody>
      </p:sp>
      <p:sp>
        <p:nvSpPr>
          <p:cNvPr id="20" name="support-6"/>
          <p:cNvSpPr txBox="1"/>
          <p:nvPr/>
        </p:nvSpPr>
        <p:spPr>
          <a:xfrm>
            <a:off x="274320" y="3964257"/>
            <a:ext cx="3182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7D1D4"/>
                </a:solidFill>
                <a:latin typeface="DejaVu Sans"/>
              </a:rPr>
              <a:t>forms</a:t>
            </a:r>
          </a:p>
        </p:txBody>
      </p:sp>
      <p:sp>
        <p:nvSpPr>
          <p:cNvPr id="21" name="support-7"/>
          <p:cNvSpPr txBox="1"/>
          <p:nvPr/>
        </p:nvSpPr>
        <p:spPr>
          <a:xfrm>
            <a:off x="274320" y="4412313"/>
            <a:ext cx="3182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7D1D4"/>
                </a:solidFill>
                <a:latin typeface="DejaVu Sans"/>
              </a:rPr>
              <a:t>goals</a:t>
            </a:r>
          </a:p>
        </p:txBody>
      </p:sp>
      <p:sp>
        <p:nvSpPr>
          <p:cNvPr id="22" name="support-8"/>
          <p:cNvSpPr txBox="1"/>
          <p:nvPr/>
        </p:nvSpPr>
        <p:spPr>
          <a:xfrm>
            <a:off x="8732520" y="1275921"/>
            <a:ext cx="3182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7D1D4"/>
                </a:solidFill>
                <a:latin typeface="DejaVu Sans"/>
              </a:rPr>
              <a:t>tracking</a:t>
            </a:r>
          </a:p>
        </p:txBody>
      </p:sp>
      <p:sp>
        <p:nvSpPr>
          <p:cNvPr id="23" name="support-9"/>
          <p:cNvSpPr txBox="1"/>
          <p:nvPr/>
        </p:nvSpPr>
        <p:spPr>
          <a:xfrm>
            <a:off x="8732520" y="1778841"/>
            <a:ext cx="3182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7D1D4"/>
                </a:solidFill>
                <a:latin typeface="DejaVu Sans"/>
              </a:rPr>
              <a:t>approvals</a:t>
            </a:r>
          </a:p>
        </p:txBody>
      </p:sp>
      <p:sp>
        <p:nvSpPr>
          <p:cNvPr id="24" name="support-10"/>
          <p:cNvSpPr txBox="1"/>
          <p:nvPr/>
        </p:nvSpPr>
        <p:spPr>
          <a:xfrm>
            <a:off x="8732520" y="2281761"/>
            <a:ext cx="3182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7D1D4"/>
                </a:solidFill>
                <a:latin typeface="DejaVu Sans"/>
              </a:rPr>
              <a:t>compliance</a:t>
            </a:r>
          </a:p>
        </p:txBody>
      </p:sp>
      <p:sp>
        <p:nvSpPr>
          <p:cNvPr id="25" name="support-11"/>
          <p:cNvSpPr txBox="1"/>
          <p:nvPr/>
        </p:nvSpPr>
        <p:spPr>
          <a:xfrm>
            <a:off x="8732520" y="2784681"/>
            <a:ext cx="3182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7D1D4"/>
                </a:solidFill>
                <a:latin typeface="DejaVu Sans"/>
              </a:rPr>
              <a:t>verification</a:t>
            </a:r>
          </a:p>
        </p:txBody>
      </p:sp>
      <p:sp>
        <p:nvSpPr>
          <p:cNvPr id="26" name="support-12"/>
          <p:cNvSpPr txBox="1"/>
          <p:nvPr/>
        </p:nvSpPr>
        <p:spPr>
          <a:xfrm>
            <a:off x="8732520" y="3287601"/>
            <a:ext cx="3182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7D1D4"/>
                </a:solidFill>
                <a:latin typeface="DejaVu Sans"/>
              </a:rPr>
              <a:t>submissions</a:t>
            </a:r>
          </a:p>
        </p:txBody>
      </p:sp>
      <p:sp>
        <p:nvSpPr>
          <p:cNvPr id="27" name="support-13"/>
          <p:cNvSpPr txBox="1"/>
          <p:nvPr/>
        </p:nvSpPr>
        <p:spPr>
          <a:xfrm>
            <a:off x="8732520" y="3790521"/>
            <a:ext cx="3182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7D1D4"/>
                </a:solidFill>
                <a:latin typeface="DejaVu Sans"/>
              </a:rPr>
              <a:t>updates</a:t>
            </a:r>
          </a:p>
        </p:txBody>
      </p:sp>
      <p:sp>
        <p:nvSpPr>
          <p:cNvPr id="28" name="support-14"/>
          <p:cNvSpPr txBox="1"/>
          <p:nvPr/>
        </p:nvSpPr>
        <p:spPr>
          <a:xfrm>
            <a:off x="8732520" y="4293441"/>
            <a:ext cx="3182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7D1D4"/>
                </a:solidFill>
                <a:latin typeface="DejaVu Sans"/>
              </a:rPr>
              <a:t>deadlines</a:t>
            </a:r>
          </a:p>
        </p:txBody>
      </p:sp>
      <p:sp>
        <p:nvSpPr>
          <p:cNvPr id="29" name="support-15"/>
          <p:cNvSpPr txBox="1"/>
          <p:nvPr/>
        </p:nvSpPr>
        <p:spPr>
          <a:xfrm>
            <a:off x="8732520" y="4796361"/>
            <a:ext cx="3182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7D1D4"/>
                </a:solidFill>
                <a:latin typeface="DejaVu Sans"/>
              </a:rPr>
              <a:t>re-entering information</a:t>
            </a:r>
          </a:p>
        </p:txBody>
      </p:sp>
      <p:sp>
        <p:nvSpPr>
          <p:cNvPr id="30" name="support-assessment"/>
          <p:cNvSpPr txBox="1"/>
          <p:nvPr/>
        </p:nvSpPr>
        <p:spPr>
          <a:xfrm>
            <a:off x="274320" y="4860369"/>
            <a:ext cx="3182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7D1D4"/>
                </a:solidFill>
                <a:latin typeface="DejaVu Sans"/>
              </a:rPr>
              <a:t>Assessment</a:t>
            </a:r>
          </a:p>
        </p:txBody>
      </p:sp>
      <p:sp>
        <p:nvSpPr>
          <p:cNvPr id="31" name="support-education-plan"/>
          <p:cNvSpPr txBox="1"/>
          <p:nvPr/>
        </p:nvSpPr>
        <p:spPr>
          <a:xfrm>
            <a:off x="274320" y="5308425"/>
            <a:ext cx="3182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7D1D4"/>
                </a:solidFill>
                <a:latin typeface="DejaVu Sans"/>
              </a:rPr>
              <a:t>Education Plan</a:t>
            </a:r>
          </a:p>
        </p:txBody>
      </p:sp>
      <p:sp>
        <p:nvSpPr>
          <p:cNvPr id="32" name="support-government-results"/>
          <p:cNvSpPr txBox="1"/>
          <p:nvPr/>
        </p:nvSpPr>
        <p:spPr>
          <a:xfrm>
            <a:off x="8732520" y="5299281"/>
            <a:ext cx="3182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7D1D4"/>
                </a:solidFill>
                <a:latin typeface="DejaVu Sans"/>
              </a:rPr>
              <a:t>Government Results</a:t>
            </a:r>
          </a:p>
        </p:txBody>
      </p:sp>
    </p:spTree>
  </p:cSld>
  <p:clrMapOvr>
    <a:masterClrMapping/>
  </p:clrMapOvr>
  <p:transition spd="slow" advTm="80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E9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volving hand-drawn teacher and student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55719" y="1097279"/>
            <a:ext cx="4480560" cy="4480560"/>
          </a:xfrm>
          <a:prstGeom prst="ellipse">
            <a:avLst/>
          </a:prstGeom>
        </p:spPr>
      </p:pic>
      <p:sp>
        <p:nvSpPr>
          <p:cNvPr id="13" name="headline">
            <a:extLst>
              <a:ext uri="{FF2B5EF4-FFF2-40B4-BE49-F238E27FC236}">
                <a16:creationId xmlns:a16="http://schemas.microsoft.com/office/drawing/2014/main" id="{24B1FC3A-F6B8-4975-BC6F-C982C96AD93F}"/>
              </a:ext>
            </a:extLst>
          </p:cNvPr>
          <p:cNvSpPr>
            <a:spLocks noGrp="1"/>
          </p:cNvSpPr>
          <p:nvPr/>
        </p:nvSpPr>
        <p:spPr>
          <a:xfrm>
            <a:off x="457200" y="109728"/>
            <a:ext cx="11274552" cy="8778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375" b="1">
                <a:solidFill>
                  <a:srgbClr val="F6EBDD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200" b="1">
                <a:solidFill>
                  <a:srgbClr val="183448"/>
                </a:solidFill>
                <a:latin typeface="DejaVu Sans"/>
              </a:rPr>
              <a:t>The system remains. It simply stops shouting.</a:t>
            </a:r>
          </a:p>
        </p:txBody>
      </p:sp>
      <p:sp>
        <p:nvSpPr>
          <p:cNvPr id="12" name="closing-line">
            <a:extLst>
              <a:ext uri="{FF2B5EF4-FFF2-40B4-BE49-F238E27FC236}">
                <a16:creationId xmlns:a16="http://schemas.microsoft.com/office/drawing/2014/main" id="{58053F1A-24A8-4A07-9EF8-721AF4FA7571}"/>
              </a:ext>
            </a:extLst>
          </p:cNvPr>
          <p:cNvSpPr>
            <a:spLocks noGrp="1"/>
          </p:cNvSpPr>
          <p:nvPr/>
        </p:nvSpPr>
        <p:spPr>
          <a:xfrm>
            <a:off x="438912" y="5971032"/>
            <a:ext cx="11311128" cy="7132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BBC2BE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200" b="1" dirty="0">
                <a:solidFill>
                  <a:srgbClr val="183448"/>
                </a:solidFill>
                <a:latin typeface="DejaVu Sans"/>
              </a:rPr>
              <a:t>Leadership is not the hero. Leadership shapes the conditions</a:t>
            </a:r>
            <a:r>
              <a:rPr lang="en-US" sz="2200" b="0" dirty="0">
                <a:solidFill>
                  <a:srgbClr val="183448"/>
                </a:solidFill>
                <a:latin typeface="DejaVu Sans"/>
              </a:rPr>
              <a:t>.</a:t>
            </a:r>
          </a:p>
        </p:txBody>
      </p:sp>
      <p:sp>
        <p:nvSpPr>
          <p:cNvPr id="14" name="support-0"/>
          <p:cNvSpPr txBox="1"/>
          <p:nvPr/>
        </p:nvSpPr>
        <p:spPr>
          <a:xfrm>
            <a:off x="274320" y="1188720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94859"/>
                </a:solidFill>
                <a:latin typeface="DejaVu Sans"/>
              </a:rPr>
              <a:t>IPPs</a:t>
            </a:r>
          </a:p>
        </p:txBody>
      </p:sp>
      <p:sp>
        <p:nvSpPr>
          <p:cNvPr id="15" name="support-1"/>
          <p:cNvSpPr txBox="1"/>
          <p:nvPr/>
        </p:nvSpPr>
        <p:spPr>
          <a:xfrm>
            <a:off x="274320" y="1636776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94859"/>
                </a:solidFill>
                <a:latin typeface="DejaVu Sans"/>
              </a:rPr>
              <a:t>report cards</a:t>
            </a:r>
          </a:p>
        </p:txBody>
      </p:sp>
      <p:sp>
        <p:nvSpPr>
          <p:cNvPr id="16" name="support-2"/>
          <p:cNvSpPr txBox="1"/>
          <p:nvPr/>
        </p:nvSpPr>
        <p:spPr>
          <a:xfrm>
            <a:off x="274320" y="2084832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94859"/>
                </a:solidFill>
                <a:latin typeface="DejaVu Sans"/>
              </a:rPr>
              <a:t>assessment plans</a:t>
            </a:r>
          </a:p>
        </p:txBody>
      </p:sp>
      <p:sp>
        <p:nvSpPr>
          <p:cNvPr id="17" name="support-3"/>
          <p:cNvSpPr txBox="1"/>
          <p:nvPr/>
        </p:nvSpPr>
        <p:spPr>
          <a:xfrm>
            <a:off x="274320" y="2532888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94859"/>
                </a:solidFill>
                <a:latin typeface="DejaVu Sans"/>
              </a:rPr>
              <a:t>data entry</a:t>
            </a:r>
          </a:p>
        </p:txBody>
      </p:sp>
      <p:sp>
        <p:nvSpPr>
          <p:cNvPr id="18" name="support-4"/>
          <p:cNvSpPr txBox="1"/>
          <p:nvPr/>
        </p:nvSpPr>
        <p:spPr>
          <a:xfrm>
            <a:off x="274320" y="2980944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94859"/>
                </a:solidFill>
                <a:latin typeface="DejaVu Sans"/>
              </a:rPr>
              <a:t>documentation</a:t>
            </a:r>
          </a:p>
        </p:txBody>
      </p:sp>
      <p:sp>
        <p:nvSpPr>
          <p:cNvPr id="19" name="support-5"/>
          <p:cNvSpPr txBox="1"/>
          <p:nvPr/>
        </p:nvSpPr>
        <p:spPr>
          <a:xfrm>
            <a:off x="274320" y="3429000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94859"/>
                </a:solidFill>
                <a:latin typeface="DejaVu Sans"/>
              </a:rPr>
              <a:t>evidence</a:t>
            </a:r>
          </a:p>
        </p:txBody>
      </p:sp>
      <p:sp>
        <p:nvSpPr>
          <p:cNvPr id="20" name="support-6"/>
          <p:cNvSpPr txBox="1"/>
          <p:nvPr/>
        </p:nvSpPr>
        <p:spPr>
          <a:xfrm>
            <a:off x="274320" y="3877056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94859"/>
                </a:solidFill>
                <a:latin typeface="DejaVu Sans"/>
              </a:rPr>
              <a:t>forms</a:t>
            </a:r>
          </a:p>
        </p:txBody>
      </p:sp>
      <p:sp>
        <p:nvSpPr>
          <p:cNvPr id="21" name="support-7"/>
          <p:cNvSpPr txBox="1"/>
          <p:nvPr/>
        </p:nvSpPr>
        <p:spPr>
          <a:xfrm>
            <a:off x="274320" y="4325112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94859"/>
                </a:solidFill>
                <a:latin typeface="DejaVu Sans"/>
              </a:rPr>
              <a:t>goals</a:t>
            </a:r>
          </a:p>
        </p:txBody>
      </p:sp>
      <p:sp>
        <p:nvSpPr>
          <p:cNvPr id="22" name="support-8"/>
          <p:cNvSpPr txBox="1"/>
          <p:nvPr/>
        </p:nvSpPr>
        <p:spPr>
          <a:xfrm>
            <a:off x="8732520" y="1188720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94859"/>
                </a:solidFill>
                <a:latin typeface="DejaVu Sans"/>
              </a:rPr>
              <a:t>tracking</a:t>
            </a:r>
          </a:p>
        </p:txBody>
      </p:sp>
      <p:sp>
        <p:nvSpPr>
          <p:cNvPr id="23" name="support-9"/>
          <p:cNvSpPr txBox="1"/>
          <p:nvPr/>
        </p:nvSpPr>
        <p:spPr>
          <a:xfrm>
            <a:off x="8732520" y="1691640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94859"/>
                </a:solidFill>
                <a:latin typeface="DejaVu Sans"/>
              </a:rPr>
              <a:t>approvals</a:t>
            </a:r>
          </a:p>
        </p:txBody>
      </p:sp>
      <p:sp>
        <p:nvSpPr>
          <p:cNvPr id="24" name="support-10"/>
          <p:cNvSpPr txBox="1"/>
          <p:nvPr/>
        </p:nvSpPr>
        <p:spPr>
          <a:xfrm>
            <a:off x="8732520" y="2194560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94859"/>
                </a:solidFill>
                <a:latin typeface="DejaVu Sans"/>
              </a:rPr>
              <a:t>compliance</a:t>
            </a:r>
          </a:p>
        </p:txBody>
      </p:sp>
      <p:sp>
        <p:nvSpPr>
          <p:cNvPr id="25" name="support-11"/>
          <p:cNvSpPr txBox="1"/>
          <p:nvPr/>
        </p:nvSpPr>
        <p:spPr>
          <a:xfrm>
            <a:off x="8732520" y="2697480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94859"/>
                </a:solidFill>
                <a:latin typeface="DejaVu Sans"/>
              </a:rPr>
              <a:t>verification</a:t>
            </a:r>
          </a:p>
        </p:txBody>
      </p:sp>
      <p:sp>
        <p:nvSpPr>
          <p:cNvPr id="26" name="support-12"/>
          <p:cNvSpPr txBox="1"/>
          <p:nvPr/>
        </p:nvSpPr>
        <p:spPr>
          <a:xfrm>
            <a:off x="8732520" y="3200400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94859"/>
                </a:solidFill>
                <a:latin typeface="DejaVu Sans"/>
              </a:rPr>
              <a:t>submissions</a:t>
            </a:r>
          </a:p>
        </p:txBody>
      </p:sp>
      <p:sp>
        <p:nvSpPr>
          <p:cNvPr id="27" name="support-13"/>
          <p:cNvSpPr txBox="1"/>
          <p:nvPr/>
        </p:nvSpPr>
        <p:spPr>
          <a:xfrm>
            <a:off x="8732520" y="3703320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94859"/>
                </a:solidFill>
                <a:latin typeface="DejaVu Sans"/>
              </a:rPr>
              <a:t>updates</a:t>
            </a:r>
          </a:p>
        </p:txBody>
      </p:sp>
      <p:sp>
        <p:nvSpPr>
          <p:cNvPr id="28" name="support-14"/>
          <p:cNvSpPr txBox="1"/>
          <p:nvPr/>
        </p:nvSpPr>
        <p:spPr>
          <a:xfrm>
            <a:off x="8732520" y="4206240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94859"/>
                </a:solidFill>
                <a:latin typeface="DejaVu Sans"/>
              </a:rPr>
              <a:t>deadlines</a:t>
            </a:r>
          </a:p>
        </p:txBody>
      </p:sp>
      <p:sp>
        <p:nvSpPr>
          <p:cNvPr id="29" name="support-15"/>
          <p:cNvSpPr txBox="1"/>
          <p:nvPr/>
        </p:nvSpPr>
        <p:spPr>
          <a:xfrm>
            <a:off x="8732520" y="4709160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94859"/>
                </a:solidFill>
                <a:latin typeface="DejaVu Sans"/>
              </a:rPr>
              <a:t>re-entering information</a:t>
            </a:r>
          </a:p>
        </p:txBody>
      </p:sp>
      <p:sp>
        <p:nvSpPr>
          <p:cNvPr id="30" name="human-0"/>
          <p:cNvSpPr txBox="1"/>
          <p:nvPr/>
        </p:nvSpPr>
        <p:spPr>
          <a:xfrm>
            <a:off x="3886200" y="5605272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84B"/>
                </a:solidFill>
                <a:latin typeface="DejaVu Sans"/>
              </a:rPr>
              <a:t>Notice</a:t>
            </a:r>
          </a:p>
        </p:txBody>
      </p:sp>
      <p:sp>
        <p:nvSpPr>
          <p:cNvPr id="31" name="human-1"/>
          <p:cNvSpPr txBox="1"/>
          <p:nvPr/>
        </p:nvSpPr>
        <p:spPr>
          <a:xfrm>
            <a:off x="5367528" y="5605272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84B"/>
                </a:solidFill>
                <a:latin typeface="DejaVu Sans"/>
              </a:rPr>
              <a:t>Listen</a:t>
            </a:r>
          </a:p>
        </p:txBody>
      </p:sp>
      <p:sp>
        <p:nvSpPr>
          <p:cNvPr id="32" name="human-2"/>
          <p:cNvSpPr txBox="1"/>
          <p:nvPr/>
        </p:nvSpPr>
        <p:spPr>
          <a:xfrm>
            <a:off x="6848856" y="5605272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84B"/>
                </a:solidFill>
                <a:latin typeface="DejaVu Sans"/>
              </a:rPr>
              <a:t>Understand</a:t>
            </a:r>
          </a:p>
        </p:txBody>
      </p:sp>
      <p:sp>
        <p:nvSpPr>
          <p:cNvPr id="33" name="support-assessment"/>
          <p:cNvSpPr txBox="1"/>
          <p:nvPr/>
        </p:nvSpPr>
        <p:spPr>
          <a:xfrm>
            <a:off x="274320" y="4773168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94859"/>
                </a:solidFill>
                <a:latin typeface="DejaVu Sans"/>
              </a:rPr>
              <a:t>Assessment</a:t>
            </a:r>
          </a:p>
        </p:txBody>
      </p:sp>
      <p:sp>
        <p:nvSpPr>
          <p:cNvPr id="34" name="support-education-plan"/>
          <p:cNvSpPr txBox="1"/>
          <p:nvPr/>
        </p:nvSpPr>
        <p:spPr>
          <a:xfrm>
            <a:off x="274320" y="5221224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94859"/>
                </a:solidFill>
                <a:latin typeface="DejaVu Sans"/>
              </a:rPr>
              <a:t>Education Plan</a:t>
            </a:r>
          </a:p>
        </p:txBody>
      </p:sp>
      <p:sp>
        <p:nvSpPr>
          <p:cNvPr id="35" name="support-government-results"/>
          <p:cNvSpPr txBox="1"/>
          <p:nvPr/>
        </p:nvSpPr>
        <p:spPr>
          <a:xfrm>
            <a:off x="8732520" y="5212080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94859"/>
                </a:solidFill>
                <a:latin typeface="DejaVu Sans"/>
              </a:rPr>
              <a:t>Government Results</a:t>
            </a:r>
          </a:p>
        </p:txBody>
      </p:sp>
    </p:spTree>
    <p:extLst>
      <p:ext uri="{BB962C8B-B14F-4D97-AF65-F5344CB8AC3E}">
        <p14:creationId xmlns:p14="http://schemas.microsoft.com/office/powerpoint/2010/main" val="1015048217"/>
      </p:ext>
    </p:extLst>
  </p:cSld>
  <p:clrMapOvr>
    <a:masterClrMapping/>
  </p:clrMapOvr>
  <p:transition spd="slow" advTm="70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Evolving hand-drawn teacher and student" descr="image-43a2d9b3f310c54981867e51142f36b3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41448" y="1463040"/>
            <a:ext cx="7315200" cy="4114800"/>
          </a:xfrm>
          <a:prstGeom prst="rect">
            <a:avLst/>
          </a:prstGeom>
        </p:spPr>
      </p:pic>
      <p:sp>
        <p:nvSpPr>
          <p:cNvPr id="13" name="headline">
            <a:extLst>
              <a:ext uri="{FF2B5EF4-FFF2-40B4-BE49-F238E27FC236}">
                <a16:creationId xmlns:a16="http://schemas.microsoft.com/office/drawing/2014/main" id="{79D0D2B1-9039-447F-907C-613A81519FF2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11274552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6EBDD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500" b="1">
                <a:solidFill>
                  <a:srgbClr val="183448"/>
                </a:solidFill>
                <a:latin typeface="DejaVu Sans"/>
              </a:rPr>
              <a:t>In education, our work is human.</a:t>
            </a:r>
          </a:p>
        </p:txBody>
      </p:sp>
      <p:sp>
        <p:nvSpPr>
          <p:cNvPr id="12" name="closing-line">
            <a:extLst>
              <a:ext uri="{FF2B5EF4-FFF2-40B4-BE49-F238E27FC236}">
                <a16:creationId xmlns:a16="http://schemas.microsoft.com/office/drawing/2014/main" id="{DF3DBADE-BF8E-4E93-B855-C1C4C9BEE18E}"/>
              </a:ext>
            </a:extLst>
          </p:cNvPr>
          <p:cNvSpPr>
            <a:spLocks noGrp="1"/>
          </p:cNvSpPr>
          <p:nvPr/>
        </p:nvSpPr>
        <p:spPr>
          <a:xfrm>
            <a:off x="457200" y="6144768"/>
            <a:ext cx="11274552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F6EBDD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800" b="1">
                <a:solidFill>
                  <a:srgbClr val="183448"/>
                </a:solidFill>
                <a:latin typeface="DejaVu Sans"/>
              </a:rPr>
              <a:t>Our systems should make room for it.</a:t>
            </a:r>
          </a:p>
        </p:txBody>
      </p:sp>
      <p:sp>
        <p:nvSpPr>
          <p:cNvPr id="15" name="support-0"/>
          <p:cNvSpPr txBox="1"/>
          <p:nvPr/>
        </p:nvSpPr>
        <p:spPr>
          <a:xfrm>
            <a:off x="274320" y="1075924"/>
            <a:ext cx="1136599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b="0">
                <a:solidFill>
                  <a:srgbClr val="687F89"/>
                </a:solidFill>
                <a:latin typeface="DejaVu Sans"/>
              </a:rPr>
              <a:t>IPPs</a:t>
            </a:r>
          </a:p>
        </p:txBody>
      </p:sp>
      <p:sp>
        <p:nvSpPr>
          <p:cNvPr id="16" name="support-1"/>
          <p:cNvSpPr txBox="1"/>
          <p:nvPr/>
        </p:nvSpPr>
        <p:spPr>
          <a:xfrm>
            <a:off x="1438351" y="1075924"/>
            <a:ext cx="1136599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b="0">
                <a:solidFill>
                  <a:srgbClr val="687F89"/>
                </a:solidFill>
                <a:latin typeface="DejaVu Sans"/>
              </a:rPr>
              <a:t>report cards</a:t>
            </a:r>
          </a:p>
        </p:txBody>
      </p:sp>
      <p:sp>
        <p:nvSpPr>
          <p:cNvPr id="17" name="support-2"/>
          <p:cNvSpPr txBox="1"/>
          <p:nvPr/>
        </p:nvSpPr>
        <p:spPr>
          <a:xfrm>
            <a:off x="2602382" y="995133"/>
            <a:ext cx="1136599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b="0">
                <a:solidFill>
                  <a:srgbClr val="687F89"/>
                </a:solidFill>
                <a:latin typeface="DejaVu Sans"/>
              </a:rPr>
              <a:t>assessment plans</a:t>
            </a:r>
          </a:p>
        </p:txBody>
      </p:sp>
      <p:sp>
        <p:nvSpPr>
          <p:cNvPr id="18" name="support-3"/>
          <p:cNvSpPr txBox="1"/>
          <p:nvPr/>
        </p:nvSpPr>
        <p:spPr>
          <a:xfrm>
            <a:off x="3766413" y="1075924"/>
            <a:ext cx="1136599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b="0">
                <a:solidFill>
                  <a:srgbClr val="687F89"/>
                </a:solidFill>
                <a:latin typeface="DejaVu Sans"/>
              </a:rPr>
              <a:t>data entry</a:t>
            </a:r>
          </a:p>
        </p:txBody>
      </p:sp>
      <p:sp>
        <p:nvSpPr>
          <p:cNvPr id="19" name="support-4"/>
          <p:cNvSpPr txBox="1"/>
          <p:nvPr/>
        </p:nvSpPr>
        <p:spPr>
          <a:xfrm>
            <a:off x="4930444" y="1075924"/>
            <a:ext cx="1136599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b="0">
                <a:solidFill>
                  <a:srgbClr val="687F89"/>
                </a:solidFill>
                <a:latin typeface="DejaVu Sans"/>
              </a:rPr>
              <a:t>documentation</a:t>
            </a:r>
          </a:p>
        </p:txBody>
      </p:sp>
      <p:sp>
        <p:nvSpPr>
          <p:cNvPr id="20" name="support-5"/>
          <p:cNvSpPr txBox="1"/>
          <p:nvPr/>
        </p:nvSpPr>
        <p:spPr>
          <a:xfrm>
            <a:off x="6094476" y="1075924"/>
            <a:ext cx="1136599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b="0">
                <a:solidFill>
                  <a:srgbClr val="687F89"/>
                </a:solidFill>
                <a:latin typeface="DejaVu Sans"/>
              </a:rPr>
              <a:t>evidence</a:t>
            </a:r>
          </a:p>
        </p:txBody>
      </p:sp>
      <p:sp>
        <p:nvSpPr>
          <p:cNvPr id="21" name="support-6"/>
          <p:cNvSpPr txBox="1"/>
          <p:nvPr/>
        </p:nvSpPr>
        <p:spPr>
          <a:xfrm>
            <a:off x="7258507" y="1075924"/>
            <a:ext cx="1136599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b="0">
                <a:solidFill>
                  <a:srgbClr val="687F89"/>
                </a:solidFill>
                <a:latin typeface="DejaVu Sans"/>
              </a:rPr>
              <a:t>forms</a:t>
            </a:r>
          </a:p>
        </p:txBody>
      </p:sp>
      <p:sp>
        <p:nvSpPr>
          <p:cNvPr id="22" name="support-7"/>
          <p:cNvSpPr txBox="1"/>
          <p:nvPr/>
        </p:nvSpPr>
        <p:spPr>
          <a:xfrm>
            <a:off x="8422538" y="1075924"/>
            <a:ext cx="1136599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b="0">
                <a:solidFill>
                  <a:srgbClr val="687F89"/>
                </a:solidFill>
                <a:latin typeface="DejaVu Sans"/>
              </a:rPr>
              <a:t>goals</a:t>
            </a:r>
          </a:p>
        </p:txBody>
      </p:sp>
      <p:sp>
        <p:nvSpPr>
          <p:cNvPr id="23" name="support-8"/>
          <p:cNvSpPr txBox="1"/>
          <p:nvPr/>
        </p:nvSpPr>
        <p:spPr>
          <a:xfrm>
            <a:off x="9586569" y="1075924"/>
            <a:ext cx="1136599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b="0">
                <a:solidFill>
                  <a:srgbClr val="687F89"/>
                </a:solidFill>
                <a:latin typeface="DejaVu Sans"/>
              </a:rPr>
              <a:t>tracking</a:t>
            </a:r>
          </a:p>
        </p:txBody>
      </p:sp>
      <p:sp>
        <p:nvSpPr>
          <p:cNvPr id="24" name="support-9"/>
          <p:cNvSpPr txBox="1"/>
          <p:nvPr/>
        </p:nvSpPr>
        <p:spPr>
          <a:xfrm>
            <a:off x="10750600" y="1075924"/>
            <a:ext cx="1136599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b="0">
                <a:solidFill>
                  <a:srgbClr val="687F89"/>
                </a:solidFill>
                <a:latin typeface="DejaVu Sans"/>
              </a:rPr>
              <a:t>approvals</a:t>
            </a:r>
          </a:p>
        </p:txBody>
      </p:sp>
      <p:sp>
        <p:nvSpPr>
          <p:cNvPr id="25" name="support-10"/>
          <p:cNvSpPr txBox="1"/>
          <p:nvPr/>
        </p:nvSpPr>
        <p:spPr>
          <a:xfrm>
            <a:off x="274320" y="5739364"/>
            <a:ext cx="1265936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b="0">
                <a:solidFill>
                  <a:srgbClr val="687F89"/>
                </a:solidFill>
                <a:latin typeface="DejaVu Sans"/>
              </a:rPr>
              <a:t>compliance</a:t>
            </a:r>
          </a:p>
        </p:txBody>
      </p:sp>
      <p:sp>
        <p:nvSpPr>
          <p:cNvPr id="26" name="support-11"/>
          <p:cNvSpPr txBox="1"/>
          <p:nvPr/>
        </p:nvSpPr>
        <p:spPr>
          <a:xfrm>
            <a:off x="1567688" y="5739364"/>
            <a:ext cx="1265936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b="0">
                <a:solidFill>
                  <a:srgbClr val="687F89"/>
                </a:solidFill>
                <a:latin typeface="DejaVu Sans"/>
              </a:rPr>
              <a:t>verification</a:t>
            </a:r>
          </a:p>
        </p:txBody>
      </p:sp>
      <p:sp>
        <p:nvSpPr>
          <p:cNvPr id="27" name="support-12"/>
          <p:cNvSpPr txBox="1"/>
          <p:nvPr/>
        </p:nvSpPr>
        <p:spPr>
          <a:xfrm>
            <a:off x="2861055" y="5739364"/>
            <a:ext cx="1265936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b="0">
                <a:solidFill>
                  <a:srgbClr val="687F89"/>
                </a:solidFill>
                <a:latin typeface="DejaVu Sans"/>
              </a:rPr>
              <a:t>submissions</a:t>
            </a:r>
          </a:p>
        </p:txBody>
      </p:sp>
      <p:sp>
        <p:nvSpPr>
          <p:cNvPr id="28" name="support-13"/>
          <p:cNvSpPr txBox="1"/>
          <p:nvPr/>
        </p:nvSpPr>
        <p:spPr>
          <a:xfrm>
            <a:off x="4154423" y="5739364"/>
            <a:ext cx="1265936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b="0">
                <a:solidFill>
                  <a:srgbClr val="687F89"/>
                </a:solidFill>
                <a:latin typeface="DejaVu Sans"/>
              </a:rPr>
              <a:t>updates</a:t>
            </a:r>
          </a:p>
        </p:txBody>
      </p:sp>
      <p:sp>
        <p:nvSpPr>
          <p:cNvPr id="29" name="support-14"/>
          <p:cNvSpPr txBox="1"/>
          <p:nvPr/>
        </p:nvSpPr>
        <p:spPr>
          <a:xfrm>
            <a:off x="5447792" y="5739364"/>
            <a:ext cx="1265936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b="0">
                <a:solidFill>
                  <a:srgbClr val="687F89"/>
                </a:solidFill>
                <a:latin typeface="DejaVu Sans"/>
              </a:rPr>
              <a:t>deadlines</a:t>
            </a:r>
          </a:p>
        </p:txBody>
      </p:sp>
      <p:sp>
        <p:nvSpPr>
          <p:cNvPr id="30" name="support-15"/>
          <p:cNvSpPr txBox="1"/>
          <p:nvPr/>
        </p:nvSpPr>
        <p:spPr>
          <a:xfrm>
            <a:off x="6741160" y="5681656"/>
            <a:ext cx="126593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0">
                <a:solidFill>
                  <a:srgbClr val="687F89"/>
                </a:solidFill>
                <a:latin typeface="DejaVu Sans"/>
              </a:rPr>
              <a:t>re-entering information</a:t>
            </a:r>
          </a:p>
        </p:txBody>
      </p:sp>
      <p:sp>
        <p:nvSpPr>
          <p:cNvPr id="31" name="human-0"/>
          <p:cNvSpPr txBox="1"/>
          <p:nvPr/>
        </p:nvSpPr>
        <p:spPr>
          <a:xfrm>
            <a:off x="320040" y="1750739"/>
            <a:ext cx="219456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0" b="1">
                <a:solidFill>
                  <a:srgbClr val="183E52"/>
                </a:solidFill>
                <a:latin typeface="DejaVu Sans"/>
              </a:rPr>
              <a:t>Notice</a:t>
            </a:r>
          </a:p>
        </p:txBody>
      </p:sp>
      <p:sp>
        <p:nvSpPr>
          <p:cNvPr id="32" name="human-1"/>
          <p:cNvSpPr txBox="1"/>
          <p:nvPr/>
        </p:nvSpPr>
        <p:spPr>
          <a:xfrm>
            <a:off x="9646920" y="1750739"/>
            <a:ext cx="219456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0" b="1">
                <a:solidFill>
                  <a:srgbClr val="183E52"/>
                </a:solidFill>
                <a:latin typeface="DejaVu Sans"/>
              </a:rPr>
              <a:t>Listen</a:t>
            </a:r>
          </a:p>
        </p:txBody>
      </p:sp>
      <p:sp>
        <p:nvSpPr>
          <p:cNvPr id="33" name="human-2"/>
          <p:cNvSpPr txBox="1"/>
          <p:nvPr/>
        </p:nvSpPr>
        <p:spPr>
          <a:xfrm>
            <a:off x="320040" y="2543815"/>
            <a:ext cx="219456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700" b="0">
                <a:solidFill>
                  <a:srgbClr val="183E52"/>
                </a:solidFill>
                <a:latin typeface="DejaVu Sans"/>
              </a:rPr>
              <a:t>Understand</a:t>
            </a:r>
          </a:p>
        </p:txBody>
      </p:sp>
      <p:sp>
        <p:nvSpPr>
          <p:cNvPr id="34" name="human-3"/>
          <p:cNvSpPr txBox="1"/>
          <p:nvPr/>
        </p:nvSpPr>
        <p:spPr>
          <a:xfrm>
            <a:off x="9646920" y="2543815"/>
            <a:ext cx="219456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700" b="0">
                <a:solidFill>
                  <a:srgbClr val="183E52"/>
                </a:solidFill>
                <a:latin typeface="DejaVu Sans"/>
              </a:rPr>
              <a:t>Encourage</a:t>
            </a:r>
          </a:p>
        </p:txBody>
      </p:sp>
      <p:sp>
        <p:nvSpPr>
          <p:cNvPr id="35" name="human-4"/>
          <p:cNvSpPr txBox="1"/>
          <p:nvPr/>
        </p:nvSpPr>
        <p:spPr>
          <a:xfrm>
            <a:off x="320040" y="3275335"/>
            <a:ext cx="219456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700" b="0">
                <a:solidFill>
                  <a:srgbClr val="183E52"/>
                </a:solidFill>
                <a:latin typeface="DejaVu Sans"/>
              </a:rPr>
              <a:t>Adapt</a:t>
            </a:r>
          </a:p>
        </p:txBody>
      </p:sp>
      <p:sp>
        <p:nvSpPr>
          <p:cNvPr id="36" name="human-5"/>
          <p:cNvSpPr txBox="1"/>
          <p:nvPr/>
        </p:nvSpPr>
        <p:spPr>
          <a:xfrm>
            <a:off x="9646920" y="3275335"/>
            <a:ext cx="219456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700" b="0">
                <a:solidFill>
                  <a:srgbClr val="183E52"/>
                </a:solidFill>
                <a:latin typeface="DejaVu Sans"/>
              </a:rPr>
              <a:t>Connect</a:t>
            </a:r>
          </a:p>
        </p:txBody>
      </p:sp>
      <p:sp>
        <p:nvSpPr>
          <p:cNvPr id="37" name="human-6"/>
          <p:cNvSpPr txBox="1"/>
          <p:nvPr/>
        </p:nvSpPr>
        <p:spPr>
          <a:xfrm>
            <a:off x="320040" y="4006855"/>
            <a:ext cx="219456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700" b="0">
                <a:solidFill>
                  <a:srgbClr val="183E52"/>
                </a:solidFill>
                <a:latin typeface="DejaVu Sans"/>
              </a:rPr>
              <a:t>Create</a:t>
            </a:r>
          </a:p>
        </p:txBody>
      </p:sp>
      <p:sp>
        <p:nvSpPr>
          <p:cNvPr id="38" name="human-7"/>
          <p:cNvSpPr txBox="1"/>
          <p:nvPr/>
        </p:nvSpPr>
        <p:spPr>
          <a:xfrm>
            <a:off x="9646920" y="4022244"/>
            <a:ext cx="219456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00" b="0">
                <a:solidFill>
                  <a:srgbClr val="183E52"/>
                </a:solidFill>
                <a:latin typeface="DejaVu Sans"/>
              </a:rPr>
              <a:t>Exercise judgment</a:t>
            </a:r>
          </a:p>
        </p:txBody>
      </p:sp>
      <p:sp>
        <p:nvSpPr>
          <p:cNvPr id="39" name="human-8"/>
          <p:cNvSpPr txBox="1"/>
          <p:nvPr/>
        </p:nvSpPr>
        <p:spPr>
          <a:xfrm>
            <a:off x="228600" y="4758112"/>
            <a:ext cx="23774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rgbClr val="183E52"/>
                </a:solidFill>
                <a:latin typeface="DejaVu Sans"/>
              </a:rPr>
              <a:t>Build belonging</a:t>
            </a:r>
          </a:p>
        </p:txBody>
      </p:sp>
      <p:sp>
        <p:nvSpPr>
          <p:cNvPr id="40" name="support-assessment"/>
          <p:cNvSpPr txBox="1"/>
          <p:nvPr/>
        </p:nvSpPr>
        <p:spPr>
          <a:xfrm>
            <a:off x="8034528" y="5739364"/>
            <a:ext cx="1265936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b="0">
                <a:solidFill>
                  <a:srgbClr val="687F89"/>
                </a:solidFill>
                <a:latin typeface="DejaVu Sans"/>
              </a:rPr>
              <a:t>Assessment</a:t>
            </a:r>
          </a:p>
        </p:txBody>
      </p:sp>
      <p:sp>
        <p:nvSpPr>
          <p:cNvPr id="41" name="support-education-plan"/>
          <p:cNvSpPr txBox="1"/>
          <p:nvPr/>
        </p:nvSpPr>
        <p:spPr>
          <a:xfrm>
            <a:off x="9327896" y="5739364"/>
            <a:ext cx="1265936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b="0">
                <a:solidFill>
                  <a:srgbClr val="687F89"/>
                </a:solidFill>
                <a:latin typeface="DejaVu Sans"/>
              </a:rPr>
              <a:t>Education Plan</a:t>
            </a:r>
          </a:p>
        </p:txBody>
      </p:sp>
      <p:sp>
        <p:nvSpPr>
          <p:cNvPr id="42" name="support-government-results"/>
          <p:cNvSpPr txBox="1"/>
          <p:nvPr/>
        </p:nvSpPr>
        <p:spPr>
          <a:xfrm>
            <a:off x="10621264" y="5750906"/>
            <a:ext cx="1265936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0">
                <a:solidFill>
                  <a:srgbClr val="687F89"/>
                </a:solidFill>
                <a:latin typeface="DejaVu Sans"/>
              </a:rPr>
              <a:t>Government Results</a:t>
            </a:r>
          </a:p>
        </p:txBody>
      </p:sp>
    </p:spTree>
  </p:cSld>
  <p:clrMapOvr>
    <a:masterClrMapping/>
  </p:clrMapOvr>
  <p:transition spd="slow" advTm="100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eadership interactive wipe">
    <p:bg>
      <p:bgPr>
        <a:solidFill>
          <a:srgbClr val="14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!!SummaryCanvas"/>
          <p:cNvGrpSpPr/>
          <p:nvPr/>
        </p:nvGrpSpPr>
        <p:grpSpPr>
          <a:xfrm>
            <a:off x="0" y="0"/>
            <a:ext cx="12192000" cy="5897880"/>
            <a:chOff x="-992372" y="0"/>
            <a:chExt cx="14176744" cy="6858000"/>
          </a:xfrm>
        </p:grpSpPr>
        <p:sp>
          <p:nvSpPr>
            <p:cNvPr id="3" name="Rectangle 2"/>
            <p:cNvSpPr/>
            <p:nvPr/>
          </p:nvSpPr>
          <p:spPr>
            <a:xfrm>
              <a:off x="-992372" y="0"/>
              <a:ext cx="14176744" cy="6858000"/>
            </a:xfrm>
            <a:prstGeom prst="rect">
              <a:avLst/>
            </a:prstGeom>
            <a:solidFill>
              <a:srgbClr val="142B3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summary-title"/>
            <p:cNvSpPr txBox="1"/>
            <p:nvPr/>
          </p:nvSpPr>
          <p:spPr>
            <a:xfrm>
              <a:off x="548640" y="320040"/>
              <a:ext cx="11064240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752" b="1">
                  <a:solidFill>
                    <a:srgbClr val="F6EBDD"/>
                  </a:solidFill>
                  <a:latin typeface="DejaVu Sans"/>
                </a:rPr>
                <a:t>Leadership makes room for human work</a:t>
              </a:r>
            </a:p>
          </p:txBody>
        </p:sp>
        <p:sp>
          <p:nvSpPr>
            <p:cNvPr id="5" name="step-1"/>
            <p:cNvSpPr txBox="1"/>
            <p:nvPr/>
          </p:nvSpPr>
          <p:spPr>
            <a:xfrm>
              <a:off x="594360" y="1645920"/>
              <a:ext cx="5669280" cy="10515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6" b="1">
                  <a:solidFill>
                    <a:srgbClr val="E8B876"/>
                  </a:solidFill>
                  <a:latin typeface="DejaVu Sans"/>
                </a:rPr>
                <a:t>The burden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6" b="0">
                  <a:solidFill>
                    <a:srgbClr val="E9EEEC"/>
                  </a:solidFill>
                  <a:latin typeface="DejaVu Sans"/>
                </a:rPr>
                <a:t>Systems created to help can crowd out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6" b="0">
                  <a:solidFill>
                    <a:srgbClr val="E9EEEC"/>
                  </a:solidFill>
                  <a:latin typeface="DejaVu Sans"/>
                </a:rPr>
                <a:t>relationships, judgment and learning.</a:t>
              </a:r>
            </a:p>
          </p:txBody>
        </p:sp>
        <p:sp>
          <p:nvSpPr>
            <p:cNvPr id="6" name="step-2"/>
            <p:cNvSpPr txBox="1"/>
            <p:nvPr/>
          </p:nvSpPr>
          <p:spPr>
            <a:xfrm>
              <a:off x="594360" y="3017520"/>
              <a:ext cx="5669280" cy="10515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6" b="1">
                  <a:solidFill>
                    <a:srgbClr val="91C1CB"/>
                  </a:solidFill>
                  <a:latin typeface="DejaVu Sans"/>
                </a:rPr>
                <a:t>The responsibility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6" b="0">
                  <a:solidFill>
                    <a:srgbClr val="E9EEEC"/>
                  </a:solidFill>
                  <a:latin typeface="DejaVu Sans"/>
                </a:rPr>
                <a:t>Absorb. Remove. Simplify.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6" b="0">
                  <a:solidFill>
                    <a:srgbClr val="E9EEEC"/>
                  </a:solidFill>
                  <a:latin typeface="DejaVu Sans"/>
                </a:rPr>
                <a:t>Protect teachers’ capacity.</a:t>
              </a:r>
            </a:p>
          </p:txBody>
        </p:sp>
        <p:sp>
          <p:nvSpPr>
            <p:cNvPr id="7" name="step-3"/>
            <p:cNvSpPr txBox="1"/>
            <p:nvPr/>
          </p:nvSpPr>
          <p:spPr>
            <a:xfrm>
              <a:off x="594360" y="4389120"/>
              <a:ext cx="5669280" cy="10515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6" b="1">
                  <a:solidFill>
                    <a:srgbClr val="B6CAA0"/>
                  </a:solidFill>
                  <a:latin typeface="DejaVu Sans"/>
                </a:rPr>
                <a:t>The purpose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6" b="0">
                  <a:solidFill>
                    <a:srgbClr val="E9EEEC"/>
                  </a:solidFill>
                  <a:latin typeface="DejaVu Sans"/>
                </a:rPr>
                <a:t>Keep buildings, resources and technology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6" b="0">
                  <a:solidFill>
                    <a:srgbClr val="E9EEEC"/>
                  </a:solidFill>
                  <a:latin typeface="DejaVu Sans"/>
                </a:rPr>
                <a:t>working in support of people.</a:t>
              </a:r>
            </a:p>
          </p:txBody>
        </p:sp>
        <p:pic>
          <p:nvPicPr>
            <p:cNvPr id="8" name="Picture 6" descr="image.jpe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3680" y="1828800"/>
              <a:ext cx="4983480" cy="2803207"/>
            </a:xfrm>
            <a:prstGeom prst="rect">
              <a:avLst/>
            </a:prstGeom>
          </p:spPr>
        </p:pic>
        <p:sp>
          <p:nvSpPr>
            <p:cNvPr id="9" name="summary-line"/>
            <p:cNvSpPr txBox="1"/>
            <p:nvPr/>
          </p:nvSpPr>
          <p:spPr>
            <a:xfrm>
              <a:off x="6675120" y="4800600"/>
              <a:ext cx="480060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64" b="1">
                  <a:solidFill>
                    <a:srgbClr val="F6EBDD"/>
                  </a:solidFill>
                  <a:latin typeface="DejaVu Sans"/>
                </a:rPr>
                <a:t>The system remains.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64" b="1">
                  <a:solidFill>
                    <a:srgbClr val="F6EBDD"/>
                  </a:solidFill>
                  <a:latin typeface="DejaVu Sans"/>
                </a:rPr>
                <a:t>It simply stops shouting.</a:t>
              </a:r>
            </a:p>
          </p:txBody>
        </p:sp>
        <p:sp>
          <p:nvSpPr>
            <p:cNvPr id="10" name="summary-question"/>
            <p:cNvSpPr txBox="1"/>
            <p:nvPr/>
          </p:nvSpPr>
          <p:spPr>
            <a:xfrm>
              <a:off x="594360" y="5897880"/>
              <a:ext cx="10972800" cy="5943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322" b="1">
                  <a:solidFill>
                    <a:srgbClr val="F6EBDD"/>
                  </a:solidFill>
                  <a:latin typeface="DejaVu Sans"/>
                </a:rPr>
                <a:t>What can we take off schools’ shoulders?</a:t>
              </a:r>
            </a:p>
          </p:txBody>
        </p:sp>
      </p:grpSp>
      <p:grpSp>
        <p:nvGrpSpPr>
          <p:cNvPr id="11" name="!!OpeningCanvas"/>
          <p:cNvGrpSpPr/>
          <p:nvPr/>
        </p:nvGrpSpPr>
        <p:grpSpPr>
          <a:xfrm>
            <a:off x="0" y="0"/>
            <a:ext cx="12192000" cy="5897880"/>
            <a:chOff x="-992372" y="0"/>
            <a:chExt cx="14176744" cy="6858000"/>
          </a:xfrm>
        </p:grpSpPr>
        <p:sp>
          <p:nvSpPr>
            <p:cNvPr id="12" name="Rectangle 10"/>
            <p:cNvSpPr/>
            <p:nvPr/>
          </p:nvSpPr>
          <p:spPr>
            <a:xfrm>
              <a:off x="-992372" y="0"/>
              <a:ext cx="14176744" cy="6858000"/>
            </a:xfrm>
            <a:prstGeom prst="rect">
              <a:avLst/>
            </a:prstGeom>
            <a:solidFill>
              <a:srgbClr val="1017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headline">
              <a:extLst>
                <a:ext uri="{FF2B5EF4-FFF2-40B4-BE49-F238E27FC236}">
                  <a16:creationId xmlns:a16="http://schemas.microsoft.com/office/drawing/2014/main" id="{21CAA103-FFCA-4C27-B524-EF14B9E55212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109728"/>
              <a:ext cx="11274552" cy="877824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3483" b="1">
                  <a:solidFill>
                    <a:srgbClr val="F6EBDD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lang="en-US" sz="2322" b="1">
                  <a:solidFill>
                    <a:srgbClr val="F6EBDD"/>
                  </a:solidFill>
                  <a:latin typeface="DejaVu Sans"/>
                </a:rPr>
                <a:t>What if the way we lead is making it harder</a:t>
              </a:r>
              <a:br>
                <a:rPr lang="en-US"/>
              </a:br>
              <a:r>
                <a:rPr lang="en-US" sz="2322" b="1">
                  <a:solidFill>
                    <a:srgbClr val="F6EBDD"/>
                  </a:solidFill>
                  <a:latin typeface="DejaVu Sans"/>
                </a:rPr>
                <a:t>to do the work that matters?</a:t>
              </a:r>
            </a:p>
          </p:txBody>
        </p:sp>
        <p:sp>
          <p:nvSpPr>
            <p:cNvPr id="14" name="system-0">
              <a:extLst>
                <a:ext uri="{FF2B5EF4-FFF2-40B4-BE49-F238E27FC236}">
                  <a16:creationId xmlns:a16="http://schemas.microsoft.com/office/drawing/2014/main" id="{AEC52652-2FD8-485A-87E5-A20213002084}"/>
                </a:ext>
              </a:extLst>
            </p:cNvPr>
            <p:cNvSpPr>
              <a:spLocks noGrp="1"/>
            </p:cNvSpPr>
            <p:nvPr/>
          </p:nvSpPr>
          <p:spPr>
            <a:xfrm rot="20760000">
              <a:off x="714375" y="1304925"/>
              <a:ext cx="2857500" cy="1143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6192" b="1">
                  <a:solidFill>
                    <a:srgbClr val="FFB650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lang="en-CA" sz="7224" b="1">
                  <a:solidFill>
                    <a:srgbClr val="FFB650"/>
                  </a:solidFill>
                  <a:latin typeface="DejaVu Sans"/>
                  <a:ea typeface="DejaVu Sans"/>
                  <a:cs typeface="DejaVu Sans"/>
                </a:rPr>
                <a:t>IPPs</a:t>
              </a:r>
            </a:p>
          </p:txBody>
        </p:sp>
        <p:sp>
          <p:nvSpPr>
            <p:cNvPr id="15" name="system-1">
              <a:extLst>
                <a:ext uri="{FF2B5EF4-FFF2-40B4-BE49-F238E27FC236}">
                  <a16:creationId xmlns:a16="http://schemas.microsoft.com/office/drawing/2014/main" id="{778C51A8-D081-490C-90A4-DB3CDC016146}"/>
                </a:ext>
              </a:extLst>
            </p:cNvPr>
            <p:cNvSpPr>
              <a:spLocks noGrp="1"/>
            </p:cNvSpPr>
            <p:nvPr/>
          </p:nvSpPr>
          <p:spPr>
            <a:xfrm rot="480000">
              <a:off x="3619500" y="1590675"/>
              <a:ext cx="7810500" cy="9525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4128" b="1">
                  <a:solidFill>
                    <a:srgbClr val="EA7CB9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lang="en-CA" sz="5031" b="1">
                  <a:solidFill>
                    <a:srgbClr val="EA7CB9"/>
                  </a:solidFill>
                  <a:latin typeface="DejaVu Sans"/>
                  <a:ea typeface="DejaVu Sans"/>
                  <a:cs typeface="DejaVu Sans"/>
                </a:rPr>
                <a:t>REPORT CARDS</a:t>
              </a:r>
            </a:p>
          </p:txBody>
        </p:sp>
        <p:sp>
          <p:nvSpPr>
            <p:cNvPr id="16" name="system-2">
              <a:extLst>
                <a:ext uri="{FF2B5EF4-FFF2-40B4-BE49-F238E27FC236}">
                  <a16:creationId xmlns:a16="http://schemas.microsoft.com/office/drawing/2014/main" id="{BA43E3A3-EBB3-4DA1-88E9-71323D4DD88D}"/>
                </a:ext>
              </a:extLst>
            </p:cNvPr>
            <p:cNvSpPr>
              <a:spLocks noGrp="1"/>
            </p:cNvSpPr>
            <p:nvPr/>
          </p:nvSpPr>
          <p:spPr>
            <a:xfrm rot="20880000">
              <a:off x="533400" y="2905125"/>
              <a:ext cx="4667250" cy="10668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967" b="1">
                  <a:solidFill>
                    <a:srgbClr val="83CBE2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lang="en-CA" sz="3096" b="1">
                  <a:solidFill>
                    <a:srgbClr val="83CBE2"/>
                  </a:solidFill>
                  <a:latin typeface="DejaVu Sans"/>
                  <a:ea typeface="DejaVu Sans"/>
                  <a:cs typeface="DejaVu Sans"/>
                </a:rPr>
                <a:t>PARENT</a:t>
              </a:r>
            </a:p>
            <a:p>
              <a:pPr algn="ctr">
                <a:defRPr sz="2967" b="1">
                  <a:solidFill>
                    <a:srgbClr val="83CBE2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lang="en-CA" sz="3096" b="1">
                  <a:solidFill>
                    <a:srgbClr val="83CBE2"/>
                  </a:solidFill>
                  <a:latin typeface="DejaVu Sans"/>
                  <a:ea typeface="DejaVu Sans"/>
                  <a:cs typeface="DejaVu Sans"/>
                </a:rPr>
                <a:t>COMMUNICATION</a:t>
              </a:r>
            </a:p>
          </p:txBody>
        </p:sp>
        <p:sp>
          <p:nvSpPr>
            <p:cNvPr id="17" name="system-3">
              <a:extLst>
                <a:ext uri="{FF2B5EF4-FFF2-40B4-BE49-F238E27FC236}">
                  <a16:creationId xmlns:a16="http://schemas.microsoft.com/office/drawing/2014/main" id="{A85B9DAE-7D71-46F7-855C-B2CC11DDCECD}"/>
                </a:ext>
              </a:extLst>
            </p:cNvPr>
            <p:cNvSpPr>
              <a:spLocks noGrp="1"/>
            </p:cNvSpPr>
            <p:nvPr/>
          </p:nvSpPr>
          <p:spPr>
            <a:xfrm rot="21060000">
              <a:off x="6905625" y="2962275"/>
              <a:ext cx="4191000" cy="9525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4515" b="1">
                  <a:solidFill>
                    <a:srgbClr val="B4CB66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lang="en-CA" sz="5676" b="1">
                  <a:solidFill>
                    <a:srgbClr val="B4CB66"/>
                  </a:solidFill>
                  <a:latin typeface="DejaVu Sans"/>
                  <a:ea typeface="DejaVu Sans"/>
                  <a:cs typeface="DejaVu Sans"/>
                </a:rPr>
                <a:t>FORMS</a:t>
              </a:r>
            </a:p>
          </p:txBody>
        </p:sp>
        <p:sp>
          <p:nvSpPr>
            <p:cNvPr id="18" name="system-4">
              <a:extLst>
                <a:ext uri="{FF2B5EF4-FFF2-40B4-BE49-F238E27FC236}">
                  <a16:creationId xmlns:a16="http://schemas.microsoft.com/office/drawing/2014/main" id="{42B28AE3-37B0-4285-A703-EE342C5C4CF9}"/>
                </a:ext>
              </a:extLst>
            </p:cNvPr>
            <p:cNvSpPr>
              <a:spLocks noGrp="1"/>
            </p:cNvSpPr>
            <p:nvPr/>
          </p:nvSpPr>
          <p:spPr>
            <a:xfrm rot="540000">
              <a:off x="714375" y="4591050"/>
              <a:ext cx="4476750" cy="9048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4257" b="1">
                  <a:solidFill>
                    <a:srgbClr val="EF8C64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lang="en-CA" sz="4515" b="1">
                  <a:solidFill>
                    <a:srgbClr val="EF8C64"/>
                  </a:solidFill>
                  <a:latin typeface="DejaVu Sans"/>
                  <a:ea typeface="DejaVu Sans"/>
                  <a:cs typeface="DejaVu Sans"/>
                </a:rPr>
                <a:t>DATA ENTRY</a:t>
              </a:r>
            </a:p>
          </p:txBody>
        </p:sp>
        <p:sp>
          <p:nvSpPr>
            <p:cNvPr id="19" name="system-5">
              <a:extLst>
                <a:ext uri="{FF2B5EF4-FFF2-40B4-BE49-F238E27FC236}">
                  <a16:creationId xmlns:a16="http://schemas.microsoft.com/office/drawing/2014/main" id="{DE916037-DF91-49E8-99A1-8857890774FA}"/>
                </a:ext>
              </a:extLst>
            </p:cNvPr>
            <p:cNvSpPr>
              <a:spLocks noGrp="1"/>
            </p:cNvSpPr>
            <p:nvPr/>
          </p:nvSpPr>
          <p:spPr>
            <a:xfrm rot="1020000">
              <a:off x="7743825" y="4324350"/>
              <a:ext cx="3619500" cy="9525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4450" b="1">
                  <a:solidFill>
                    <a:srgbClr val="B6A1E8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lang="en-CA" sz="4902" b="1">
                  <a:solidFill>
                    <a:srgbClr val="B6A1E8"/>
                  </a:solidFill>
                  <a:latin typeface="DejaVu Sans"/>
                  <a:ea typeface="DejaVu Sans"/>
                  <a:cs typeface="DejaVu Sans"/>
                </a:rPr>
                <a:t>CODING</a:t>
              </a:r>
            </a:p>
          </p:txBody>
        </p:sp>
        <p:sp>
          <p:nvSpPr>
            <p:cNvPr id="20" name="system-6">
              <a:extLst>
                <a:ext uri="{FF2B5EF4-FFF2-40B4-BE49-F238E27FC236}">
                  <a16:creationId xmlns:a16="http://schemas.microsoft.com/office/drawing/2014/main" id="{456A8FD6-802C-4C17-914B-7A073B9AD8C8}"/>
                </a:ext>
              </a:extLst>
            </p:cNvPr>
            <p:cNvSpPr>
              <a:spLocks noGrp="1"/>
            </p:cNvSpPr>
            <p:nvPr/>
          </p:nvSpPr>
          <p:spPr>
            <a:xfrm rot="21300000">
              <a:off x="2057400" y="5381625"/>
              <a:ext cx="7334250" cy="809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3032" b="1">
                  <a:solidFill>
                    <a:srgbClr val="5CC7B1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lang="en-CA" sz="3934" b="1">
                  <a:solidFill>
                    <a:srgbClr val="5CC7B1"/>
                  </a:solidFill>
                  <a:latin typeface="DejaVu Sans"/>
                  <a:ea typeface="DejaVu Sans"/>
                  <a:cs typeface="DejaVu Sans"/>
                </a:rPr>
                <a:t>DOCUMENTATION</a:t>
              </a:r>
            </a:p>
          </p:txBody>
        </p:sp>
        <p:sp>
          <p:nvSpPr>
            <p:cNvPr id="21" name="system-7">
              <a:extLst>
                <a:ext uri="{FF2B5EF4-FFF2-40B4-BE49-F238E27FC236}">
                  <a16:creationId xmlns:a16="http://schemas.microsoft.com/office/drawing/2014/main" id="{022605BA-FB70-45F4-ABE6-3E84986BDB99}"/>
                </a:ext>
              </a:extLst>
            </p:cNvPr>
            <p:cNvSpPr>
              <a:spLocks noGrp="1"/>
            </p:cNvSpPr>
            <p:nvPr/>
          </p:nvSpPr>
          <p:spPr>
            <a:xfrm rot="20880000">
              <a:off x="5829300" y="4543425"/>
              <a:ext cx="4572000" cy="7143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3032" b="1">
                  <a:solidFill>
                    <a:srgbClr val="F1D374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lang="en-CA" sz="3354" b="1">
                  <a:solidFill>
                    <a:srgbClr val="F1D374"/>
                  </a:solidFill>
                  <a:latin typeface="DejaVu Sans"/>
                  <a:ea typeface="DejaVu Sans"/>
                  <a:cs typeface="DejaVu Sans"/>
                </a:rPr>
                <a:t>DEADLINES</a:t>
              </a:r>
            </a:p>
          </p:txBody>
        </p:sp>
        <p:sp>
          <p:nvSpPr>
            <p:cNvPr id="22" name="closing-line">
              <a:extLst>
                <a:ext uri="{FF2B5EF4-FFF2-40B4-BE49-F238E27FC236}">
                  <a16:creationId xmlns:a16="http://schemas.microsoft.com/office/drawing/2014/main" id="{7C154B91-B1DD-4E17-9580-EAEB0CA630AE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6318504"/>
              <a:ext cx="11274552" cy="3200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12" b="0">
                  <a:solidFill>
                    <a:srgbClr val="BBC2BE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lang="en-US" sz="1462" b="1">
                  <a:solidFill>
                    <a:srgbClr val="BBC2BE"/>
                  </a:solidFill>
                  <a:latin typeface="DejaVu Sans"/>
                </a:rPr>
                <a:t>When the processes fill the space, people become harder to see.</a:t>
              </a:r>
            </a:p>
          </p:txBody>
        </p:sp>
        <p:sp>
          <p:nvSpPr>
            <p:cNvPr id="23" name="process-detail-UPDATE"/>
            <p:cNvSpPr txBox="1"/>
            <p:nvPr/>
          </p:nvSpPr>
          <p:spPr>
            <a:xfrm rot="21060000">
              <a:off x="3667125" y="1162050"/>
              <a:ext cx="2000250" cy="4762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2193" b="1">
                  <a:solidFill>
                    <a:srgbClr val="C793CB"/>
                  </a:solidFill>
                </a:rPr>
                <a:t>UPDATE</a:t>
              </a:r>
            </a:p>
          </p:txBody>
        </p:sp>
        <p:sp>
          <p:nvSpPr>
            <p:cNvPr id="24" name="process-detail-SUBMIT"/>
            <p:cNvSpPr txBox="1"/>
            <p:nvPr/>
          </p:nvSpPr>
          <p:spPr>
            <a:xfrm rot="1140000">
              <a:off x="10096500" y="2428875"/>
              <a:ext cx="1619250" cy="5715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2128" b="1">
                  <a:solidFill>
                    <a:srgbClr val="C793CB"/>
                  </a:solidFill>
                </a:rPr>
                <a:t>SUBMIT</a:t>
              </a:r>
            </a:p>
          </p:txBody>
        </p:sp>
        <p:sp>
          <p:nvSpPr>
            <p:cNvPr id="25" name="process-detail-TRACK"/>
            <p:cNvSpPr txBox="1"/>
            <p:nvPr/>
          </p:nvSpPr>
          <p:spPr>
            <a:xfrm rot="21120000">
              <a:off x="2571750" y="4057650"/>
              <a:ext cx="2095500" cy="533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2709" b="1">
                  <a:solidFill>
                    <a:srgbClr val="C793CB"/>
                  </a:solidFill>
                </a:rPr>
                <a:t>TRACK</a:t>
              </a:r>
            </a:p>
          </p:txBody>
        </p:sp>
        <p:sp>
          <p:nvSpPr>
            <p:cNvPr id="26" name="process-detail-APPROVE"/>
            <p:cNvSpPr txBox="1"/>
            <p:nvPr/>
          </p:nvSpPr>
          <p:spPr>
            <a:xfrm rot="720000">
              <a:off x="762000" y="2238375"/>
              <a:ext cx="2190750" cy="5715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2580" b="1">
                  <a:solidFill>
                    <a:srgbClr val="C793CB"/>
                  </a:solidFill>
                </a:rPr>
                <a:t>APPROVE</a:t>
              </a:r>
            </a:p>
          </p:txBody>
        </p:sp>
        <p:sp>
          <p:nvSpPr>
            <p:cNvPr id="27" name="process-detail-VERIFY"/>
            <p:cNvSpPr txBox="1"/>
            <p:nvPr/>
          </p:nvSpPr>
          <p:spPr>
            <a:xfrm rot="21000000">
              <a:off x="5305425" y="2657475"/>
              <a:ext cx="1762125" cy="4762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2193" b="1">
                  <a:solidFill>
                    <a:srgbClr val="C793CB"/>
                  </a:solidFill>
                </a:rPr>
                <a:t>VERIFY</a:t>
              </a:r>
            </a:p>
          </p:txBody>
        </p:sp>
        <p:sp>
          <p:nvSpPr>
            <p:cNvPr id="28" name="process-detail-RE-ENTER"/>
            <p:cNvSpPr txBox="1"/>
            <p:nvPr/>
          </p:nvSpPr>
          <p:spPr>
            <a:xfrm rot="360000">
              <a:off x="9191625" y="5715000"/>
              <a:ext cx="2476500" cy="52387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2128" b="1">
                  <a:solidFill>
                    <a:srgbClr val="C793CB"/>
                  </a:solidFill>
                </a:rPr>
                <a:t>RE-ENTER</a:t>
              </a:r>
            </a:p>
          </p:txBody>
        </p:sp>
        <p:pic>
          <p:nvPicPr>
            <p:cNvPr id="29" name="Picture 1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5638800" y="3209925"/>
              <a:ext cx="914400" cy="914400"/>
            </a:xfrm>
            <a:prstGeom prst="ellipse">
              <a:avLst/>
            </a:prstGeom>
          </p:spPr>
        </p:pic>
        <p:sp>
          <p:nvSpPr>
            <p:cNvPr id="30" name="people-label">
              <a:extLst>
                <a:ext uri="{FF2B5EF4-FFF2-40B4-BE49-F238E27FC236}">
                  <a16:creationId xmlns:a16="http://schemas.microsoft.com/office/drawing/2014/main" id="{AA39C048-E9AC-40C9-81A3-D7EFB46695DF}"/>
                </a:ext>
              </a:extLst>
            </p:cNvPr>
            <p:cNvSpPr>
              <a:spLocks noGrp="1"/>
            </p:cNvSpPr>
            <p:nvPr/>
          </p:nvSpPr>
          <p:spPr>
            <a:xfrm>
              <a:off x="5143500" y="4162425"/>
              <a:ext cx="1905000" cy="247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032" b="0">
                  <a:solidFill>
                    <a:srgbClr val="F6EBDD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032" b="0">
                  <a:solidFill>
                    <a:srgbClr val="F6EBDD"/>
                  </a:solidFill>
                  <a:latin typeface="DejaVu Sans"/>
                  <a:ea typeface="DejaVu Sans"/>
                  <a:cs typeface="DejaVu Sans"/>
                </a:rPr>
                <a:t>STUDENT    TEACHER</a:t>
              </a:r>
            </a:p>
          </p:txBody>
        </p:sp>
        <p:sp>
          <p:nvSpPr>
            <p:cNvPr id="31" name="system-assessment"/>
            <p:cNvSpPr txBox="1"/>
            <p:nvPr/>
          </p:nvSpPr>
          <p:spPr>
            <a:xfrm rot="21360000">
              <a:off x="164592" y="5806440"/>
              <a:ext cx="2743200" cy="3931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978" b="1">
                  <a:solidFill>
                    <a:srgbClr val="C793CB"/>
                  </a:solidFill>
                </a:rPr>
                <a:t>ASSESSMENT</a:t>
              </a:r>
            </a:p>
          </p:txBody>
        </p:sp>
        <p:sp>
          <p:nvSpPr>
            <p:cNvPr id="32" name="system-education-plan"/>
            <p:cNvSpPr txBox="1"/>
            <p:nvPr/>
          </p:nvSpPr>
          <p:spPr>
            <a:xfrm rot="180000">
              <a:off x="7360920" y="3675887"/>
              <a:ext cx="438912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2064" b="1">
                  <a:solidFill>
                    <a:srgbClr val="C793CB"/>
                  </a:solidFill>
                </a:rPr>
                <a:t>EDUCATION PLAN</a:t>
              </a:r>
            </a:p>
          </p:txBody>
        </p:sp>
        <p:sp>
          <p:nvSpPr>
            <p:cNvPr id="33" name="system-government-results"/>
            <p:cNvSpPr txBox="1"/>
            <p:nvPr/>
          </p:nvSpPr>
          <p:spPr>
            <a:xfrm rot="120000">
              <a:off x="6108192" y="1005840"/>
              <a:ext cx="5532120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978" b="1">
                  <a:solidFill>
                    <a:srgbClr val="C793CB"/>
                  </a:solidFill>
                </a:rPr>
                <a:t>GOVERNMENT RESULTS</a:t>
              </a:r>
            </a:p>
          </p:txBody>
        </p:sp>
      </p:grpSp>
      <p:sp>
        <p:nvSpPr>
          <p:cNvPr id="34" name="slider-footer"/>
          <p:cNvSpPr/>
          <p:nvPr/>
        </p:nvSpPr>
        <p:spPr>
          <a:xfrm>
            <a:off x="0" y="5897880"/>
            <a:ext cx="12192000" cy="960120"/>
          </a:xfrm>
          <a:prstGeom prst="rect">
            <a:avLst/>
          </a:prstGeom>
          <a:solidFill>
            <a:srgbClr val="1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!!WipeDivider"/>
          <p:cNvSpPr/>
          <p:nvPr/>
        </p:nvSpPr>
        <p:spPr>
          <a:xfrm>
            <a:off x="6401" y="0"/>
            <a:ext cx="32918" cy="5897880"/>
          </a:xfrm>
          <a:prstGeom prst="rect">
            <a:avLst/>
          </a:prstGeom>
          <a:solidFill>
            <a:srgbClr val="F0C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!!WipeHandle"/>
          <p:cNvSpPr/>
          <p:nvPr/>
        </p:nvSpPr>
        <p:spPr>
          <a:xfrm>
            <a:off x="27432" y="1892807"/>
            <a:ext cx="475488" cy="2103120"/>
          </a:xfrm>
          <a:prstGeom prst="roundRect">
            <a:avLst/>
          </a:prstGeom>
          <a:solidFill>
            <a:srgbClr val="F0C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0" tIns="0" rIns="0" bIns="0" rtlCol="0" anchor="ctr"/>
          <a:lstStyle/>
          <a:p>
            <a:pPr algn="ctr"/>
            <a:r>
              <a:rPr lang="en-US" sz="1900" b="1">
                <a:solidFill>
                  <a:srgbClr val="142B3A"/>
                </a:solidFill>
                <a:latin typeface="DejaVu Sans"/>
              </a:rPr>
              <a:t>Leadership</a:t>
            </a:r>
          </a:p>
        </p:txBody>
      </p:sp>
      <p:sp>
        <p:nvSpPr>
          <p:cNvPr id="50" name="Click slider position 0"/>
          <p:cNvSpPr/>
          <p:nvPr/>
        </p:nvSpPr>
        <p:spPr>
          <a:xfrm>
            <a:off x="0" y="0"/>
            <a:ext cx="609600" cy="5897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Click slider position 1"/>
          <p:cNvSpPr/>
          <p:nvPr/>
        </p:nvSpPr>
        <p:spPr>
          <a:xfrm>
            <a:off x="609600" y="0"/>
            <a:ext cx="1219200" cy="5897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Click slider position 2"/>
          <p:cNvSpPr/>
          <p:nvPr/>
        </p:nvSpPr>
        <p:spPr>
          <a:xfrm>
            <a:off x="1828800" y="0"/>
            <a:ext cx="1219200" cy="5897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Click slider position 3"/>
          <p:cNvSpPr/>
          <p:nvPr/>
        </p:nvSpPr>
        <p:spPr>
          <a:xfrm>
            <a:off x="3048000" y="0"/>
            <a:ext cx="1219200" cy="5897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Click slider position 4"/>
          <p:cNvSpPr/>
          <p:nvPr/>
        </p:nvSpPr>
        <p:spPr>
          <a:xfrm>
            <a:off x="4267200" y="0"/>
            <a:ext cx="1219200" cy="5897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Click slider position 5"/>
          <p:cNvSpPr/>
          <p:nvPr/>
        </p:nvSpPr>
        <p:spPr>
          <a:xfrm>
            <a:off x="5486400" y="0"/>
            <a:ext cx="1219200" cy="5897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Click slider position 6"/>
          <p:cNvSpPr/>
          <p:nvPr/>
        </p:nvSpPr>
        <p:spPr>
          <a:xfrm>
            <a:off x="6705600" y="0"/>
            <a:ext cx="1219200" cy="5897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Click slider position 7"/>
          <p:cNvSpPr/>
          <p:nvPr/>
        </p:nvSpPr>
        <p:spPr>
          <a:xfrm>
            <a:off x="7924800" y="0"/>
            <a:ext cx="1219200" cy="5897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Click slider position 8"/>
          <p:cNvSpPr/>
          <p:nvPr/>
        </p:nvSpPr>
        <p:spPr>
          <a:xfrm>
            <a:off x="9144000" y="0"/>
            <a:ext cx="1219200" cy="5897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Click slider position 9"/>
          <p:cNvSpPr/>
          <p:nvPr/>
        </p:nvSpPr>
        <p:spPr>
          <a:xfrm>
            <a:off x="10363200" y="0"/>
            <a:ext cx="1219200" cy="5897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Click slider position 10"/>
          <p:cNvSpPr/>
          <p:nvPr/>
        </p:nvSpPr>
        <p:spPr>
          <a:xfrm>
            <a:off x="11582400" y="0"/>
            <a:ext cx="609600" cy="5897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always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childTnLst>
                  <p:par>
                    <p:cTn id="3" dur="350" fill="hold">
                      <p:stCondLst>
                        <p:cond delay="0"/>
                      </p:stCondLst>
                      <p:childTnLst>
                        <p:anim to="0.50000000" calcmode="lin" valueType="num">
                          <p:cBhvr additive="base" accumulate="none" override="childStyle">
                            <p:cTn id="4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  <p:anim to="0.00187500" calcmode="lin" valueType="num">
                          <p:cBhvr additive="base" accumulate="none" override="childStyle">
                            <p:cTn id="5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  <p:anim to="0.02175000" calcmode="lin" valueType="num">
                          <p:cBhvr additive="base" accumulate="none" override="childStyle">
                            <p:cTn id="6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</p:childTnLst>
                    </p:cTn>
                  </p:par>
                </p:childTnLst>
              </p:cTn>
            </p:seq>
            <p:seq concurrent="1" nextAc="seek">
              <p:cTn id="7" restart="always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childTnLst>
                  <p:par>
                    <p:cTn id="8" dur="350" fill="hold">
                      <p:stCondLst>
                        <p:cond delay="0"/>
                      </p:stCondLst>
                      <p:childTnLst>
                        <p:anim to="0.60000000" calcmode="lin" valueType="num">
                          <p:cBhvr additive="base" accumulate="none" override="childStyle">
                            <p:cTn id="9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  <p:anim to="0.10000000" calcmode="lin" valueType="num">
                          <p:cBhvr additive="base" accumulate="none" override="childStyle">
                            <p:cTn id="10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  <p:anim to="0.10000000" calcmode="lin" valueType="num">
                          <p:cBhvr additive="base" accumulate="none" override="childStyle">
                            <p:cTn id="11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</p:childTnLst>
                    </p:cTn>
                  </p:par>
                </p:childTnLst>
              </p:cTn>
            </p:seq>
            <p:seq concurrent="1" nextAc="seek">
              <p:cTn id="12" restart="always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childTnLst>
                  <p:par>
                    <p:cTn id="13" dur="350" fill="hold">
                      <p:stCondLst>
                        <p:cond delay="0"/>
                      </p:stCondLst>
                      <p:childTnLst>
                        <p:anim to="0.70000000" calcmode="lin" valueType="num">
                          <p:cBhvr additive="base" accumulate="none" override="childStyle">
                            <p:cTn id="14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  <p:anim to="0.20000000" calcmode="lin" valueType="num">
                          <p:cBhvr additive="base" accumulate="none" override="childStyle">
                            <p:cTn id="15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  <p:anim to="0.20000000" calcmode="lin" valueType="num">
                          <p:cBhvr additive="base" accumulate="none" override="childStyle">
                            <p:cTn id="16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</p:childTnLst>
                    </p:cTn>
                  </p:par>
                </p:childTnLst>
              </p:cTn>
            </p:seq>
            <p:seq concurrent="1" nextAc="seek">
              <p:cTn id="17" restart="always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childTnLst>
                  <p:par>
                    <p:cTn id="18" dur="350" fill="hold">
                      <p:stCondLst>
                        <p:cond delay="0"/>
                      </p:stCondLst>
                      <p:childTnLst>
                        <p:anim to="0.80000000" calcmode="lin" valueType="num">
                          <p:cBhvr additive="base" accumulate="none" override="childStyle">
                            <p:cTn id="19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  <p:anim to="0.30000000" calcmode="lin" valueType="num">
                          <p:cBhvr additive="base" accumulate="none" override="childStyle">
                            <p:cTn id="20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  <p:anim to="0.30000000" calcmode="lin" valueType="num">
                          <p:cBhvr additive="base" accumulate="none" override="childStyle">
                            <p:cTn id="21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</p:childTnLst>
                    </p:cTn>
                  </p:par>
                </p:childTnLst>
              </p:cTn>
            </p:seq>
            <p:seq concurrent="1" nextAc="seek">
              <p:cTn id="22" restart="always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childTnLst>
                  <p:par>
                    <p:cTn id="23" dur="350" fill="hold">
                      <p:stCondLst>
                        <p:cond delay="0"/>
                      </p:stCondLst>
                      <p:childTnLst>
                        <p:anim to="0.90000000" calcmode="lin" valueType="num">
                          <p:cBhvr additive="base" accumulate="none" override="childStyle">
                            <p:cTn id="24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  <p:anim to="0.40000000" calcmode="lin" valueType="num">
                          <p:cBhvr additive="base" accumulate="none" override="childStyle">
                            <p:cTn id="25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  <p:anim to="0.40000000" calcmode="lin" valueType="num">
                          <p:cBhvr additive="base" accumulate="none" override="childStyle">
                            <p:cTn id="26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</p:childTnLst>
                    </p:cTn>
                  </p:par>
                </p:childTnLst>
              </p:cTn>
            </p:seq>
            <p:seq concurrent="1" nextAc="seek">
              <p:cTn id="27" restart="always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childTnLst>
                  <p:par>
                    <p:cTn id="28" dur="350" fill="hold">
                      <p:stCondLst>
                        <p:cond delay="0"/>
                      </p:stCondLst>
                      <p:childTnLst>
                        <p:anim to="1.00000000" calcmode="lin" valueType="num">
                          <p:cBhvr additive="base" accumulate="none" override="childStyle">
                            <p:cTn id="29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  <p:anim to="0.50000000" calcmode="lin" valueType="num">
                          <p:cBhvr additive="base" accumulate="none" override="childStyle">
                            <p:cTn id="30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  <p:anim to="0.50000000" calcmode="lin" valueType="num">
                          <p:cBhvr additive="base" accumulate="none" override="childStyle">
                            <p:cTn id="31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</p:childTnLst>
                    </p:cTn>
                  </p:par>
                </p:childTnLst>
              </p:cTn>
            </p:seq>
            <p:seq concurrent="1" nextAc="seek">
              <p:cTn id="32" restart="always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childTnLst>
                  <p:par>
                    <p:cTn id="33" dur="350" fill="hold">
                      <p:stCondLst>
                        <p:cond delay="0"/>
                      </p:stCondLst>
                      <p:childTnLst>
                        <p:anim to="1.10000000" calcmode="lin" valueType="num">
                          <p:cBhvr additive="base" accumulate="none" override="childStyle">
                            <p:cTn id="34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  <p:anim to="0.60000000" calcmode="lin" valueType="num">
                          <p:cBhvr additive="base" accumulate="none" override="childStyle">
                            <p:cTn id="35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  <p:anim to="0.60000000" calcmode="lin" valueType="num">
                          <p:cBhvr additive="base" accumulate="none" override="childStyle">
                            <p:cTn id="36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</p:childTnLst>
                    </p:cTn>
                  </p:par>
                </p:childTnLst>
              </p:cTn>
            </p:seq>
            <p:seq concurrent="1" nextAc="seek">
              <p:cTn id="37" restart="always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childTnLst>
                  <p:par>
                    <p:cTn id="38" dur="350" fill="hold">
                      <p:stCondLst>
                        <p:cond delay="0"/>
                      </p:stCondLst>
                      <p:childTnLst>
                        <p:anim to="1.20000000" calcmode="lin" valueType="num">
                          <p:cBhvr additive="base" accumulate="none" override="childStyle">
                            <p:cTn id="39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  <p:anim to="0.70000000" calcmode="lin" valueType="num">
                          <p:cBhvr additive="base" accumulate="none" override="childStyle">
                            <p:cTn id="40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  <p:anim to="0.70000000" calcmode="lin" valueType="num">
                          <p:cBhvr additive="base" accumulate="none" override="childStyle">
                            <p:cTn id="41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</p:childTnLst>
                    </p:cTn>
                  </p:par>
                </p:childTnLst>
              </p:cTn>
            </p:seq>
            <p:seq concurrent="1" nextAc="seek">
              <p:cTn id="42" restart="always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childTnLst>
                  <p:par>
                    <p:cTn id="43" dur="350" fill="hold">
                      <p:stCondLst>
                        <p:cond delay="0"/>
                      </p:stCondLst>
                      <p:childTnLst>
                        <p:anim to="1.30000000" calcmode="lin" valueType="num">
                          <p:cBhvr additive="base" accumulate="none" override="childStyle">
                            <p:cTn id="44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  <p:anim to="0.80000000" calcmode="lin" valueType="num">
                          <p:cBhvr additive="base" accumulate="none" override="childStyle">
                            <p:cTn id="45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  <p:anim to="0.80000000" calcmode="lin" valueType="num">
                          <p:cBhvr additive="base" accumulate="none" override="childStyle">
                            <p:cTn id="46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</p:childTnLst>
                    </p:cTn>
                  </p:par>
                </p:childTnLst>
              </p:cTn>
            </p:seq>
            <p:seq concurrent="1" nextAc="seek">
              <p:cTn id="47" restart="always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childTnLst>
                  <p:par>
                    <p:cTn id="48" dur="350" fill="hold">
                      <p:stCondLst>
                        <p:cond delay="0"/>
                      </p:stCondLst>
                      <p:childTnLst>
                        <p:anim to="1.40000000" calcmode="lin" valueType="num">
                          <p:cBhvr additive="base" accumulate="none" override="childStyle">
                            <p:cTn id="49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  <p:anim to="0.90000000" calcmode="lin" valueType="num">
                          <p:cBhvr additive="base" accumulate="none" override="childStyle">
                            <p:cTn id="50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  <p:anim to="0.90000000" calcmode="lin" valueType="num">
                          <p:cBhvr additive="base" accumulate="none" override="childStyle">
                            <p:cTn id="51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</p:childTnLst>
                    </p:cTn>
                  </p:par>
                </p:childTnLst>
              </p:cTn>
            </p:seq>
            <p:seq concurrent="1" nextAc="seek">
              <p:cTn id="52" restart="always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childTnLst>
                  <p:par>
                    <p:cTn id="53" dur="350" fill="hold">
                      <p:stCondLst>
                        <p:cond delay="0"/>
                      </p:stCondLst>
                      <p:childTnLst>
                        <p:anim to="1.50000000" calcmode="lin" valueType="num">
                          <p:cBhvr additive="base" accumulate="none" override="childStyle">
                            <p:cTn id="54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  <p:anim to="0.99812500" calcmode="lin" valueType="num">
                          <p:cBhvr additive="base" accumulate="none" override="childStyle">
                            <p:cTn id="55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  <p:anim to="0.97825000" calcmode="lin" valueType="num">
                          <p:cBhvr additive="base" accumulate="none" override="childStyle">
                            <p:cTn id="56" dur="350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ppt_x</p:attrName>
                            </p:attrNameLst>
                          </p:cBhvr>
                        </p:anim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883</Words>
  <Application>Microsoft Office PowerPoint</Application>
  <PresentationFormat>Widescreen</PresentationFormat>
  <Paragraphs>238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Sally Smith</dc:creator>
  <cp:keywords/>
  <dc:description>generated using python-pptx</dc:description>
  <cp:lastModifiedBy>Sally Smith</cp:lastModifiedBy>
  <cp:revision>3</cp:revision>
  <dcterms:created xsi:type="dcterms:W3CDTF">2026-10-17T13:24:56Z</dcterms:created>
  <dcterms:modified xsi:type="dcterms:W3CDTF">2026-10-17T15:23:25Z</dcterms:modified>
  <cp:category/>
</cp:coreProperties>
</file>